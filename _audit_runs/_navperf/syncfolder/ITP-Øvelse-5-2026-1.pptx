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21"/>
  </p:notesMasterIdLst>
  <p:handoutMasterIdLst>
    <p:handoutMasterId r:id="rId22"/>
  </p:handoutMasterIdLst>
  <p:sldIdLst>
    <p:sldId id="256" r:id="rId5"/>
    <p:sldId id="277" r:id="rId6"/>
    <p:sldId id="336" r:id="rId7"/>
    <p:sldId id="334" r:id="rId8"/>
    <p:sldId id="329" r:id="rId9"/>
    <p:sldId id="266" r:id="rId10"/>
    <p:sldId id="315" r:id="rId11"/>
    <p:sldId id="278" r:id="rId12"/>
    <p:sldId id="328" r:id="rId13"/>
    <p:sldId id="335" r:id="rId14"/>
    <p:sldId id="301" r:id="rId15"/>
    <p:sldId id="331" r:id="rId16"/>
    <p:sldId id="306" r:id="rId17"/>
    <p:sldId id="333" r:id="rId18"/>
    <p:sldId id="314" r:id="rId19"/>
    <p:sldId id="317" r:id="rId20"/>
  </p:sldIdLst>
  <p:sldSz cx="12192000" cy="6858000"/>
  <p:notesSz cx="6858000" cy="9144000"/>
  <p:defaultTextStyle>
    <a:defPPr rtl="0"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Forfatter" initials="F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96" autoAdjust="0"/>
    <p:restoredTop sz="91007" autoAdjust="0"/>
  </p:normalViewPr>
  <p:slideViewPr>
    <p:cSldViewPr snapToGrid="0">
      <p:cViewPr varScale="1">
        <p:scale>
          <a:sx n="118" d="100"/>
          <a:sy n="118" d="100"/>
        </p:scale>
        <p:origin x="408" y="192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75" d="100"/>
          <a:sy n="75" d="100"/>
        </p:scale>
        <p:origin x="4086" y="4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commentAuthors" Target="commentAuthors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a-DK"/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6306C86-AF6C-4066-8B84-A44B0887ECA1}" type="datetime1">
              <a:rPr lang="da-DK" smtClean="0"/>
              <a:t>07.04.2026</a:t>
            </a:fld>
            <a:endParaRPr lang="da-DK" dirty="0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a-DK" noProof="0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651110-FDBB-4A05-BB06-0D34F8495651}" type="datetime1">
              <a:rPr lang="da-DK" smtClean="0"/>
              <a:pPr/>
              <a:t>07.04.2026</a:t>
            </a:fld>
            <a:endParaRPr lang="da-DK" dirty="0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da-DK" noProof="0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da-DK" noProof="0"/>
              <a:t>Klik for at redigere i master</a:t>
            </a:r>
          </a:p>
          <a:p>
            <a:pPr lvl="1" rtl="0"/>
            <a:r>
              <a:rPr lang="da-DK" noProof="0"/>
              <a:t>Andet niveau</a:t>
            </a:r>
          </a:p>
          <a:p>
            <a:pPr lvl="2" rtl="0"/>
            <a:r>
              <a:rPr lang="da-DK" noProof="0"/>
              <a:t>Tredje niveau</a:t>
            </a:r>
          </a:p>
          <a:p>
            <a:pPr lvl="3" rtl="0"/>
            <a:r>
              <a:rPr lang="da-DK" noProof="0"/>
              <a:t>Fjerde niveau</a:t>
            </a:r>
          </a:p>
          <a:p>
            <a:pPr lvl="4" rtl="0"/>
            <a:r>
              <a:rPr lang="da-DK" noProof="0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a-DK" noProof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da-DK" noProof="0" smtClean="0"/>
              <a:t>‹nr.›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da-DK" smtClean="0"/>
              <a:t>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03982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da-DK" smtClean="0"/>
              <a:t>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802072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da-DK" noProof="0" smtClean="0"/>
              <a:t>3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13855972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857C1-D3DF-E194-DAE8-69FAAAF47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FCF6A216-33AA-1292-39AC-89FD576428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B2F97F79-05B3-AB21-48B7-12BA852759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På baggrund af deres UML </a:t>
            </a:r>
            <a:r>
              <a:rPr lang="da-DK" dirty="0" err="1"/>
              <a:t>use</a:t>
            </a:r>
            <a:r>
              <a:rPr lang="da-DK" dirty="0"/>
              <a:t> case/user </a:t>
            </a:r>
            <a:r>
              <a:rPr lang="da-DK" dirty="0" err="1"/>
              <a:t>stories</a:t>
            </a:r>
            <a:r>
              <a:rPr lang="da-DK" dirty="0"/>
              <a:t> har de nu nogen håndgribelige produkter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18EE48FB-BB46-14B5-837F-B2220DBEFF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da-DK" smtClean="0"/>
              <a:t>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737857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Følger sit produkt (</a:t>
            </a:r>
            <a:r>
              <a:rPr lang="da-DK" dirty="0" err="1"/>
              <a:t>use</a:t>
            </a:r>
            <a:r>
              <a:rPr lang="da-DK" dirty="0"/>
              <a:t> case)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da-DK" smtClean="0"/>
              <a:t>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82825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EA6FF-0F46-0805-52D4-3D4BB6C63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C1E70314-57CD-7C1D-74BD-3EF25CCC28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8303D2A0-3E6C-3421-323C-5B314A578D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BC30B12F-DBF5-E5EC-D427-54D55D2555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da-DK" smtClean="0"/>
              <a:t>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420454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da-DK" smtClean="0"/>
              <a:t>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352854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C0AF1-5A3F-FAF6-54EF-265C74E36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5C6967AC-FB69-84C1-C7FF-894C230175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50EDF4B8-A353-00BD-A63F-65D0BC21FC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E8EDBD16-E8D4-9FBF-7B2E-78C1B72B7B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da-DK" smtClean="0"/>
              <a:t>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481020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9EF7C-6282-29AD-CCF1-4BA4F2761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FFA6C0F6-3692-D283-2FC4-68302ACCD5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4FE8898D-9D7B-C8A6-7231-692B4B878A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BF59F9F6-D85D-A0BA-1FCF-410C16C82C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da-DK" smtClean="0"/>
              <a:t>10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605265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6ED4E-901E-6983-33BA-1B022810E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90A669CB-58EF-78EA-6355-C3EB74CBFD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AA859F93-9622-221A-4BCB-8FAD5210D4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327409D0-1202-D8A0-1355-60BF0FF1B7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da-DK" smtClean="0"/>
              <a:t>11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192432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B1D9B-267F-ECB7-F456-CB4EB09DB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0299BFA0-D68B-912D-717B-8942EC263A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801AE5E9-A332-8070-392B-BCD97A9B3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ED09366C-3D86-467A-6797-0E44758EDF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da-DK" smtClean="0"/>
              <a:t>12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062392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94DB3-9F23-D8AF-35FF-E1ADF33CC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60C8385A-C1A7-AA68-D5C8-4653629159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14627FA6-B583-A6C4-4331-1FFFE47F16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4C780703-4798-3B3B-66E1-9ACEEF401B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da-DK" smtClean="0"/>
              <a:t>13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889882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1BD44-852F-BE5A-72BB-51E3AC354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EF106C5E-FDD8-7371-E364-65415D5A9E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8169B33E-43ED-EAB0-4B71-4765A5F169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9C4AC32D-E709-290D-CCE1-DCBEBD931C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da-DK" smtClean="0"/>
              <a:t>14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60164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da-DK" noProof="0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da-DK" noProof="0"/>
              <a:t>Klik for at redigere undertiteltypografien i masteren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agsord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da-DK" noProof="0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499" y="2924175"/>
            <a:ext cx="3171825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da-DK" noProof="0"/>
              <a:t>Klik for at redigere i master</a:t>
            </a:r>
          </a:p>
          <a:p>
            <a:pPr lvl="1" rtl="0"/>
            <a:r>
              <a:rPr lang="da-DK" noProof="0"/>
              <a:t>Andet niveau</a:t>
            </a:r>
          </a:p>
          <a:p>
            <a:pPr lvl="2" rtl="0"/>
            <a:r>
              <a:rPr lang="da-DK" noProof="0"/>
              <a:t>Tredje niveau</a:t>
            </a:r>
          </a:p>
          <a:p>
            <a:pPr lvl="3" rtl="0"/>
            <a:r>
              <a:rPr lang="da-DK" noProof="0"/>
              <a:t>Fjerde niveau</a:t>
            </a:r>
          </a:p>
          <a:p>
            <a:pPr lvl="4" rtl="0"/>
            <a:r>
              <a:rPr lang="da-DK" noProof="0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da-DK" noProof="0"/>
              <a:t>20XX</a:t>
            </a:r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da-DK" noProof="0"/>
              <a:t>Forretningspræsentation</a:t>
            </a:r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da-DK" noProof="0" smtClean="0"/>
              <a:t>‹nr.›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dslin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fik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da-DK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da-DK" noProof="0"/>
              <a:t>KLIK FOR AT REDIGERE TITLEN</a:t>
            </a:r>
          </a:p>
        </p:txBody>
      </p:sp>
      <p:sp>
        <p:nvSpPr>
          <p:cNvPr id="16" name="Pladsholder til tekst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KLIK FOR AT REDIGERE MASTERTYPOGRAFIER FOR TEKST</a:t>
            </a:r>
          </a:p>
        </p:txBody>
      </p:sp>
      <p:sp>
        <p:nvSpPr>
          <p:cNvPr id="17" name="Pladsholder til tekst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KLIK FOR AT REDIGERE MASTERTYPOGRAFIER FOR TEKST</a:t>
            </a:r>
          </a:p>
        </p:txBody>
      </p:sp>
      <p:sp>
        <p:nvSpPr>
          <p:cNvPr id="18" name="Pladsholder til tekst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KLIK FOR AT REDIGERE MASTERTYPOGRAFIER FOR TEKST</a:t>
            </a:r>
          </a:p>
        </p:txBody>
      </p:sp>
      <p:sp>
        <p:nvSpPr>
          <p:cNvPr id="19" name="Pladsholder til tekst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KLIK FOR AT REDIGERE MASTERTYPOGRAFIER FOR TEKST</a:t>
            </a:r>
          </a:p>
        </p:txBody>
      </p:sp>
      <p:sp>
        <p:nvSpPr>
          <p:cNvPr id="34" name="Pladsholder til tekst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Klik for at redigere mastertypografier for tekst</a:t>
            </a:r>
          </a:p>
        </p:txBody>
      </p:sp>
      <p:sp>
        <p:nvSpPr>
          <p:cNvPr id="35" name="Pladsholder til tekst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Klik for at redigere mastertypografier for tekst</a:t>
            </a:r>
          </a:p>
        </p:txBody>
      </p:sp>
      <p:sp>
        <p:nvSpPr>
          <p:cNvPr id="36" name="Pladsholder til tekst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Klik for at redigere mastertypografier for tekst</a:t>
            </a:r>
          </a:p>
        </p:txBody>
      </p:sp>
      <p:sp>
        <p:nvSpPr>
          <p:cNvPr id="37" name="Pladsholder til tekst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Klik for at redigere mastertypografier for tekst</a:t>
            </a:r>
          </a:p>
        </p:txBody>
      </p:sp>
      <p:cxnSp>
        <p:nvCxnSpPr>
          <p:cNvPr id="3" name="Lige forbindelse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Lige forbindelse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Lige forbindelse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Lige forbindelse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da-DK" noProof="0"/>
              <a:t>20XX</a:t>
            </a:r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 rtlCol="0"/>
          <a:lstStyle>
            <a:lvl1pPr algn="l">
              <a:defRPr sz="900"/>
            </a:lvl1pPr>
          </a:lstStyle>
          <a:p>
            <a:pPr rtl="0"/>
            <a:r>
              <a:rPr lang="da-DK" noProof="0"/>
              <a:t>Forretningspræsentation</a:t>
            </a:r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da-DK" noProof="0" smtClean="0"/>
              <a:t>‹nr.›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lonnen Indhold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el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da-DK" noProof="0"/>
              <a:t>KLIK FOR AT REDIGERE MASTERTYPOGRAFIEN FOR OVERSKRIFTEN</a:t>
            </a:r>
          </a:p>
        </p:txBody>
      </p:sp>
      <p:sp>
        <p:nvSpPr>
          <p:cNvPr id="15" name="Pladsholder til tekst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da-DK" noProof="0"/>
              <a:t>KLIK FOR AT TILFØJE EN UNDERTITEL</a:t>
            </a:r>
          </a:p>
        </p:txBody>
      </p:sp>
      <p:sp>
        <p:nvSpPr>
          <p:cNvPr id="17" name="Pladsholder til tekst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Klik for at tilføje tekst</a:t>
            </a:r>
          </a:p>
        </p:txBody>
      </p:sp>
      <p:sp>
        <p:nvSpPr>
          <p:cNvPr id="31" name="Pladsholder til tekst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da-DK" noProof="0"/>
              <a:t>KLIK FOR AT TILFØJE EN UNDERTITEL</a:t>
            </a:r>
          </a:p>
        </p:txBody>
      </p:sp>
      <p:sp>
        <p:nvSpPr>
          <p:cNvPr id="32" name="Pladsholder til tekst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Klik for at tilføje tekst</a:t>
            </a:r>
          </a:p>
        </p:txBody>
      </p:sp>
      <p:sp>
        <p:nvSpPr>
          <p:cNvPr id="33" name="Pladsholder til tekst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da-DK" noProof="0"/>
              <a:t>KLIK FOR AT TILFØJE EN UNDERTITEL</a:t>
            </a:r>
          </a:p>
        </p:txBody>
      </p:sp>
      <p:sp>
        <p:nvSpPr>
          <p:cNvPr id="34" name="Pladsholder til tekst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Klik for at tilføje tekst</a:t>
            </a:r>
          </a:p>
        </p:txBody>
      </p:sp>
      <p:sp>
        <p:nvSpPr>
          <p:cNvPr id="12" name="Pladsholder til tekst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da-DK" noProof="0"/>
              <a:t>KLIK FOR AT TILFØJE EN UNDERTITEL</a:t>
            </a:r>
          </a:p>
        </p:txBody>
      </p:sp>
      <p:sp>
        <p:nvSpPr>
          <p:cNvPr id="13" name="Pladsholder til tekst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Klik for at tilføje tekst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da-DK" noProof="0"/>
              <a:t>20XX</a:t>
            </a:r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da-DK" noProof="0"/>
              <a:t>Forretningspræsentation</a:t>
            </a:r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da-DK" noProof="0" smtClean="0"/>
              <a:t>‹nr.›</a:t>
            </a:fld>
            <a:endParaRPr lang="da-DK" noProof="0"/>
          </a:p>
        </p:txBody>
      </p:sp>
      <p:cxnSp>
        <p:nvCxnSpPr>
          <p:cNvPr id="2" name="Lige forbindelse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Lige forbindelse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fik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lonnen Indhold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el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da-DK" noProof="0"/>
              <a:t>KLIK FOR AT REDIGERE MASTERTYPOGRAFIEN FOR OVERSKRIFTEN</a:t>
            </a:r>
          </a:p>
        </p:txBody>
      </p:sp>
      <p:sp>
        <p:nvSpPr>
          <p:cNvPr id="15" name="Pladsholder til tekst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da-DK" noProof="0"/>
              <a:t>KLIK FOR AT TILFØJE EN UNDERTITEL</a:t>
            </a:r>
          </a:p>
        </p:txBody>
      </p:sp>
      <p:sp>
        <p:nvSpPr>
          <p:cNvPr id="17" name="Pladsholder til tekst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Klik for at tilføje tekst</a:t>
            </a:r>
          </a:p>
        </p:txBody>
      </p:sp>
      <p:sp>
        <p:nvSpPr>
          <p:cNvPr id="16" name="Pladsholder til tekst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da-DK" noProof="0"/>
              <a:t>KLIK FOR AT TILFØJE EN UNDERTITEL</a:t>
            </a:r>
          </a:p>
        </p:txBody>
      </p:sp>
      <p:sp>
        <p:nvSpPr>
          <p:cNvPr id="18" name="Pladsholder til tekst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Klik for at tilføje tekst</a:t>
            </a:r>
          </a:p>
        </p:txBody>
      </p:sp>
      <p:sp>
        <p:nvSpPr>
          <p:cNvPr id="19" name="Pladsholder til tekst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da-DK" noProof="0"/>
              <a:t>KLIK FOR AT TILFØJE EN UNDERTITEL</a:t>
            </a:r>
          </a:p>
        </p:txBody>
      </p:sp>
      <p:sp>
        <p:nvSpPr>
          <p:cNvPr id="20" name="Pladsholder til tekst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Klik for at tilføje tekst</a:t>
            </a:r>
          </a:p>
        </p:txBody>
      </p:sp>
      <p:sp>
        <p:nvSpPr>
          <p:cNvPr id="23" name="Pladsholder til tekst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da-DK" noProof="0"/>
              <a:t>KLIK FOR AT TILFØJE EN UNDERTITEL</a:t>
            </a:r>
          </a:p>
        </p:txBody>
      </p:sp>
      <p:sp>
        <p:nvSpPr>
          <p:cNvPr id="24" name="Pladsholder til tekst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Klik for at tilføje tekst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da-DK" noProof="0"/>
              <a:t>20XX</a:t>
            </a:r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da-DK" noProof="0"/>
              <a:t>Forretningspræsentation</a:t>
            </a:r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da-DK" noProof="0" smtClean="0"/>
              <a:pPr rtl="0"/>
              <a:t>‹nr.›</a:t>
            </a:fld>
            <a:endParaRPr lang="da-DK" noProof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k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da-DK" noProof="0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62075" y="3660774"/>
            <a:ext cx="5111750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da-DK" noProof="0"/>
              <a:t>Klik for at redigere i master</a:t>
            </a:r>
          </a:p>
        </p:txBody>
      </p:sp>
      <p:cxnSp>
        <p:nvCxnSpPr>
          <p:cNvPr id="14" name="Lige forbindelse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Lige forbindelse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ladsholder til dato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da-DK" noProof="0"/>
              <a:t>20XX</a:t>
            </a:r>
          </a:p>
        </p:txBody>
      </p:sp>
      <p:sp>
        <p:nvSpPr>
          <p:cNvPr id="10" name="Pladsholder til sidefod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da-DK" noProof="0"/>
              <a:t>Forretningspræsentation</a:t>
            </a:r>
          </a:p>
        </p:txBody>
      </p:sp>
      <p:sp>
        <p:nvSpPr>
          <p:cNvPr id="11" name="Pladsholder til slidenumm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da-DK" noProof="0" smtClean="0"/>
              <a:t>‹nr.›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ktionsskif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da-DK" noProof="0"/>
              <a:t>KLIK FOR AT REDIGERE MASTERTYPOGRAFIEN FOR OVERSKRIFTEN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da-DK" noProof="0"/>
              <a:t>KLIK FOR AT REDIGERE TITELTYPOGRAFIEN I MASTEREN</a:t>
            </a:r>
          </a:p>
        </p:txBody>
      </p:sp>
      <p:cxnSp>
        <p:nvCxnSpPr>
          <p:cNvPr id="9" name="Lige forbindelse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ladsholder til tekst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da-DK" noProof="0"/>
              <a:t>KLIK FOR AT TILFØJE EN UNDERTITEL</a:t>
            </a:r>
          </a:p>
        </p:txBody>
      </p:sp>
      <p:sp>
        <p:nvSpPr>
          <p:cNvPr id="12" name="Pladsholder til tekst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Klik for at tilføje tekst</a:t>
            </a:r>
          </a:p>
        </p:txBody>
      </p:sp>
      <p:sp>
        <p:nvSpPr>
          <p:cNvPr id="13" name="Pladsholder til tekst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da-DK" noProof="0"/>
              <a:t>KLIK FOR AT TILFØJE EN UNDERTITEL</a:t>
            </a:r>
          </a:p>
        </p:txBody>
      </p:sp>
      <p:sp>
        <p:nvSpPr>
          <p:cNvPr id="14" name="Pladsholder til tekst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Klik for at tilføje tekst</a:t>
            </a:r>
          </a:p>
        </p:txBody>
      </p:sp>
      <p:sp>
        <p:nvSpPr>
          <p:cNvPr id="15" name="Pladsholder til tekst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da-DK" noProof="0"/>
              <a:t>KLIK FOR AT TILFØJE EN UNDERTITEL</a:t>
            </a:r>
          </a:p>
        </p:txBody>
      </p:sp>
      <p:sp>
        <p:nvSpPr>
          <p:cNvPr id="16" name="Pladsholder til tekst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Klik for at tilføje tekst</a:t>
            </a:r>
          </a:p>
        </p:txBody>
      </p:sp>
      <p:sp>
        <p:nvSpPr>
          <p:cNvPr id="17" name="Pladsholder til dato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da-DK" noProof="0"/>
              <a:t>20XX</a:t>
            </a:r>
          </a:p>
        </p:txBody>
      </p:sp>
      <p:sp>
        <p:nvSpPr>
          <p:cNvPr id="18" name="Pladsholder til sidefod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da-DK" noProof="0"/>
              <a:t>Forretningspræsentation</a:t>
            </a:r>
          </a:p>
        </p:txBody>
      </p:sp>
      <p:sp>
        <p:nvSpPr>
          <p:cNvPr id="19" name="Pladsholder til slidenumm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da-DK" noProof="0" smtClean="0"/>
              <a:pPr rtl="0"/>
              <a:t>‹nr.›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e indhol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da-DK" noProof="0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a-DK" noProof="0"/>
              <a:t>KLIK FOR AT REDIGERE TEKST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43104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da-DK" noProof="0"/>
              <a:t>Klik for at redigere i master</a:t>
            </a:r>
          </a:p>
          <a:p>
            <a:pPr lvl="1" rtl="0"/>
            <a:r>
              <a:rPr lang="da-DK" noProof="0"/>
              <a:t>Andet niveau</a:t>
            </a:r>
          </a:p>
          <a:p>
            <a:pPr lvl="2" rtl="0"/>
            <a:r>
              <a:rPr lang="da-DK" noProof="0"/>
              <a:t>Tredje niveau</a:t>
            </a:r>
          </a:p>
          <a:p>
            <a:pPr lvl="3" rtl="0"/>
            <a:r>
              <a:rPr lang="da-DK" noProof="0"/>
              <a:t>Fjerde niveau</a:t>
            </a:r>
          </a:p>
          <a:p>
            <a:pPr lvl="4" rtl="0"/>
            <a:r>
              <a:rPr lang="da-DK" noProof="0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da-DK" noProof="0"/>
              <a:t>KLIK FOR AT REDIGERE TEKST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647665" y="3834606"/>
            <a:ext cx="2896671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da-DK" noProof="0"/>
              <a:t>Klik for at redigere i master</a:t>
            </a:r>
          </a:p>
          <a:p>
            <a:pPr lvl="1" rtl="0"/>
            <a:r>
              <a:rPr lang="da-DK" noProof="0"/>
              <a:t>Andet niveau</a:t>
            </a:r>
          </a:p>
          <a:p>
            <a:pPr lvl="2" rtl="0"/>
            <a:r>
              <a:rPr lang="da-DK" noProof="0"/>
              <a:t>Tredje niveau</a:t>
            </a:r>
          </a:p>
          <a:p>
            <a:pPr lvl="3" rtl="0"/>
            <a:r>
              <a:rPr lang="da-DK" noProof="0"/>
              <a:t>Fjerde niveau</a:t>
            </a:r>
          </a:p>
          <a:p>
            <a:pPr lvl="4" rtl="0"/>
            <a:r>
              <a:rPr lang="da-DK" noProof="0"/>
              <a:t>Femte niveau</a:t>
            </a:r>
          </a:p>
        </p:txBody>
      </p:sp>
      <p:sp>
        <p:nvSpPr>
          <p:cNvPr id="21" name="Pladsholder til tekst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a-DK" noProof="0"/>
              <a:t>KLIK FOR AT REDIGERE TEKST I MASTEREN</a:t>
            </a:r>
          </a:p>
        </p:txBody>
      </p:sp>
      <p:sp>
        <p:nvSpPr>
          <p:cNvPr id="22" name="Pladsholder til indhold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066421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da-DK" noProof="0"/>
              <a:t>Klik for at redigere i master</a:t>
            </a:r>
          </a:p>
          <a:p>
            <a:pPr lvl="1" rtl="0"/>
            <a:r>
              <a:rPr lang="da-DK" noProof="0"/>
              <a:t>Andet niveau</a:t>
            </a:r>
          </a:p>
          <a:p>
            <a:pPr lvl="2" rtl="0"/>
            <a:r>
              <a:rPr lang="da-DK" noProof="0"/>
              <a:t>Tredje niveau</a:t>
            </a:r>
          </a:p>
          <a:p>
            <a:pPr lvl="3" rtl="0"/>
            <a:r>
              <a:rPr lang="da-DK" noProof="0"/>
              <a:t>Fjerde niveau</a:t>
            </a:r>
          </a:p>
          <a:p>
            <a:pPr lvl="4" rtl="0"/>
            <a:r>
              <a:rPr lang="da-DK" noProof="0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da-DK" noProof="0"/>
              <a:t>20XX</a:t>
            </a:r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da-DK" noProof="0"/>
              <a:t>Forretningspræsentation</a:t>
            </a:r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da-DK" noProof="0" smtClean="0"/>
              <a:t>‹nr.›</a:t>
            </a:fld>
            <a:endParaRPr lang="da-DK" noProof="0"/>
          </a:p>
        </p:txBody>
      </p:sp>
      <p:cxnSp>
        <p:nvCxnSpPr>
          <p:cNvPr id="16" name="Lige forbindelse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Lige forbindelse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dssammenlign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da-DK" noProof="0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a-DK" noProof="0"/>
              <a:t>#</a:t>
            </a:r>
          </a:p>
        </p:txBody>
      </p:sp>
      <p:sp>
        <p:nvSpPr>
          <p:cNvPr id="23" name="Pladsholder til tekst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a-DK" noProof="0"/>
              <a:t>#</a:t>
            </a:r>
          </a:p>
        </p:txBody>
      </p:sp>
      <p:sp>
        <p:nvSpPr>
          <p:cNvPr id="24" name="Pladsholder til tekst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a-DK" noProof="0"/>
              <a:t>#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da-DK" noProof="0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da-DK" noProof="0"/>
              <a:t>Klik for at redigere teksttypografierne i masteren</a:t>
            </a:r>
          </a:p>
        </p:txBody>
      </p:sp>
      <p:sp>
        <p:nvSpPr>
          <p:cNvPr id="22" name="Pladsholder til indhold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da-DK" noProof="0"/>
              <a:t>Klik for at redigere teksttypografierne i masteren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Pladsholder til indhold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1129698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da-DK" noProof="0"/>
              <a:t>Klik for at redigere i master</a:t>
            </a:r>
          </a:p>
        </p:txBody>
      </p:sp>
      <p:sp>
        <p:nvSpPr>
          <p:cNvPr id="26" name="Pladsholder til indhold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26261" y="5280763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da-DK" noProof="0"/>
              <a:t>Klik for at redigere i master</a:t>
            </a:r>
          </a:p>
          <a:p>
            <a:pPr lvl="1" rtl="0"/>
            <a:endParaRPr lang="da-DK" noProof="0"/>
          </a:p>
        </p:txBody>
      </p:sp>
      <p:sp>
        <p:nvSpPr>
          <p:cNvPr id="27" name="Pladsholder til indhold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7938210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da-DK" noProof="0"/>
              <a:t>Klik for at redigere i master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da-DK" noProof="0"/>
              <a:t>20XX</a:t>
            </a:r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da-DK" noProof="0"/>
              <a:t>Forretningspræsentation</a:t>
            </a:r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da-DK" noProof="0" smtClean="0"/>
              <a:t>‹nr.›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o indh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da-DK" noProof="0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a-DK" noProof="0"/>
              <a:t>KLIK FOR AT REDIGERE TEKST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933700" y="3834606"/>
            <a:ext cx="392430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da-DK" noProof="0"/>
              <a:t>Klik for at redigere i master</a:t>
            </a:r>
          </a:p>
          <a:p>
            <a:pPr lvl="1" rtl="0"/>
            <a:r>
              <a:rPr lang="da-DK" noProof="0"/>
              <a:t>Andet niveau</a:t>
            </a:r>
          </a:p>
          <a:p>
            <a:pPr lvl="2" rtl="0"/>
            <a:r>
              <a:rPr lang="da-DK" noProof="0"/>
              <a:t>Tredje niveau</a:t>
            </a:r>
          </a:p>
          <a:p>
            <a:pPr lvl="3" rtl="0"/>
            <a:r>
              <a:rPr lang="da-DK" noProof="0"/>
              <a:t>Fjerde niveau</a:t>
            </a:r>
          </a:p>
          <a:p>
            <a:pPr lvl="4" rtl="0"/>
            <a:r>
              <a:rPr lang="da-DK" noProof="0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da-DK" noProof="0"/>
              <a:t>KLIK FOR AT REDIGERE TEKST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7410173" y="3834606"/>
            <a:ext cx="3943627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da-DK" noProof="0"/>
              <a:t>Klik for at redigere i master</a:t>
            </a:r>
          </a:p>
          <a:p>
            <a:pPr lvl="1" rtl="0"/>
            <a:r>
              <a:rPr lang="da-DK" noProof="0"/>
              <a:t>Andet niveau</a:t>
            </a:r>
          </a:p>
          <a:p>
            <a:pPr lvl="2" rtl="0"/>
            <a:r>
              <a:rPr lang="da-DK" noProof="0"/>
              <a:t>Tredje niveau</a:t>
            </a:r>
          </a:p>
          <a:p>
            <a:pPr lvl="3" rtl="0"/>
            <a:r>
              <a:rPr lang="da-DK" noProof="0"/>
              <a:t>Fjerde niveau</a:t>
            </a:r>
          </a:p>
          <a:p>
            <a:pPr lvl="4" rtl="0"/>
            <a:r>
              <a:rPr lang="da-DK" noProof="0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da-DK" noProof="0"/>
              <a:t>20XX</a:t>
            </a:r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da-DK" noProof="0"/>
              <a:t>Forretningspræsentation</a:t>
            </a:r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da-DK" noProof="0" smtClean="0"/>
              <a:t>‹nr.›</a:t>
            </a:fld>
            <a:endParaRPr lang="da-DK" noProof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el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da-DK" noProof="0"/>
              <a:t>KLIK FOR AT REDIGERE MASTERTYPOGRAFIEN FOR OVERSKRIFTEN</a:t>
            </a:r>
          </a:p>
        </p:txBody>
      </p:sp>
      <p:sp>
        <p:nvSpPr>
          <p:cNvPr id="20" name="Pladsholder til tekst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da-DK" noProof="0"/>
              <a:t>KLIK FOR AT TILFØJE EN UNDERTITEL</a:t>
            </a:r>
          </a:p>
        </p:txBody>
      </p:sp>
      <p:sp>
        <p:nvSpPr>
          <p:cNvPr id="25" name="Pladsholder til tekst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Klik for at tilføje tekst</a:t>
            </a:r>
          </a:p>
        </p:txBody>
      </p:sp>
      <p:sp>
        <p:nvSpPr>
          <p:cNvPr id="26" name="Pladsholder til tekst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da-DK" noProof="0"/>
              <a:t>KLIK FOR AT TILFØJE EN UNDERTITEL</a:t>
            </a:r>
          </a:p>
        </p:txBody>
      </p:sp>
      <p:sp>
        <p:nvSpPr>
          <p:cNvPr id="27" name="Pladsholder til tekst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Klik for at tilføje tekst</a:t>
            </a:r>
          </a:p>
        </p:txBody>
      </p:sp>
      <p:sp>
        <p:nvSpPr>
          <p:cNvPr id="28" name="Pladsholder til tekst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da-DK" noProof="0"/>
              <a:t>KLIK FOR AT TILFØJE EN UNDERTITEL</a:t>
            </a:r>
          </a:p>
        </p:txBody>
      </p:sp>
      <p:sp>
        <p:nvSpPr>
          <p:cNvPr id="29" name="Pladsholder til tekst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Klik for at tilføje tekst</a:t>
            </a:r>
          </a:p>
        </p:txBody>
      </p:sp>
      <p:sp>
        <p:nvSpPr>
          <p:cNvPr id="21" name="Pladsholder til dato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da-DK" noProof="0"/>
              <a:t>20XX</a:t>
            </a:r>
          </a:p>
        </p:txBody>
      </p:sp>
      <p:sp>
        <p:nvSpPr>
          <p:cNvPr id="22" name="Pladsholder til sidefod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da-DK" noProof="0"/>
              <a:t>Forretningspræsentation</a:t>
            </a:r>
          </a:p>
        </p:txBody>
      </p:sp>
      <p:sp>
        <p:nvSpPr>
          <p:cNvPr id="24" name="Pladsholder til slidenumm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da-DK" noProof="0" smtClean="0"/>
              <a:t>‹nr.›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dslinj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a-DK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da-DK" noProof="0"/>
              <a:t>KLIK FOR AT REDIGERE MASTERTYPOGRAFIEN FOR OVERSKRIFTEN</a:t>
            </a:r>
          </a:p>
        </p:txBody>
      </p:sp>
      <p:sp>
        <p:nvSpPr>
          <p:cNvPr id="6" name="Pladsholder til tekst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da-DK" noProof="0"/>
              <a:t>År</a:t>
            </a:r>
          </a:p>
        </p:txBody>
      </p:sp>
      <p:sp>
        <p:nvSpPr>
          <p:cNvPr id="7" name="Pladsholder til tekst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MM</a:t>
            </a:r>
          </a:p>
        </p:txBody>
      </p:sp>
      <p:sp>
        <p:nvSpPr>
          <p:cNvPr id="8" name="Pladsholder til tekst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MM</a:t>
            </a:r>
          </a:p>
        </p:txBody>
      </p:sp>
      <p:sp>
        <p:nvSpPr>
          <p:cNvPr id="9" name="Pladsholder til tekst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MM</a:t>
            </a:r>
          </a:p>
        </p:txBody>
      </p:sp>
      <p:sp>
        <p:nvSpPr>
          <p:cNvPr id="10" name="Pladsholder til tekst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MM</a:t>
            </a:r>
          </a:p>
        </p:txBody>
      </p:sp>
      <p:sp>
        <p:nvSpPr>
          <p:cNvPr id="11" name="Pladsholder til tekst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da-DK" noProof="0"/>
              <a:t>År</a:t>
            </a:r>
          </a:p>
        </p:txBody>
      </p:sp>
      <p:sp>
        <p:nvSpPr>
          <p:cNvPr id="12" name="Pladsholder til tekst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MM</a:t>
            </a:r>
          </a:p>
        </p:txBody>
      </p:sp>
      <p:sp>
        <p:nvSpPr>
          <p:cNvPr id="13" name="Pladsholder til tekst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MM</a:t>
            </a:r>
          </a:p>
        </p:txBody>
      </p:sp>
      <p:sp>
        <p:nvSpPr>
          <p:cNvPr id="14" name="Pladsholder til tekst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MM</a:t>
            </a:r>
          </a:p>
        </p:txBody>
      </p:sp>
      <p:sp>
        <p:nvSpPr>
          <p:cNvPr id="15" name="Pladsholder til tekst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MM</a:t>
            </a:r>
          </a:p>
        </p:txBody>
      </p:sp>
      <p:sp>
        <p:nvSpPr>
          <p:cNvPr id="16" name="Pladsholder til tekst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MM</a:t>
            </a:r>
          </a:p>
        </p:txBody>
      </p:sp>
      <p:sp>
        <p:nvSpPr>
          <p:cNvPr id="17" name="Pladsholder til tekst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MM</a:t>
            </a:r>
          </a:p>
        </p:txBody>
      </p:sp>
      <p:sp>
        <p:nvSpPr>
          <p:cNvPr id="18" name="Pladsholder til tekst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MM</a:t>
            </a:r>
          </a:p>
        </p:txBody>
      </p:sp>
      <p:sp>
        <p:nvSpPr>
          <p:cNvPr id="19" name="Pladsholder til tekst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MM</a:t>
            </a:r>
          </a:p>
        </p:txBody>
      </p:sp>
      <p:sp>
        <p:nvSpPr>
          <p:cNvPr id="20" name="Pladsholder til tekst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MM</a:t>
            </a:r>
          </a:p>
        </p:txBody>
      </p:sp>
      <p:sp>
        <p:nvSpPr>
          <p:cNvPr id="21" name="Pladsholder til tekst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MM</a:t>
            </a:r>
          </a:p>
        </p:txBody>
      </p:sp>
      <p:sp>
        <p:nvSpPr>
          <p:cNvPr id="22" name="Pladsholder til tekst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MM</a:t>
            </a:r>
          </a:p>
        </p:txBody>
      </p:sp>
      <p:sp>
        <p:nvSpPr>
          <p:cNvPr id="23" name="Pladsholder til tekst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MM</a:t>
            </a:r>
          </a:p>
        </p:txBody>
      </p:sp>
      <p:sp>
        <p:nvSpPr>
          <p:cNvPr id="24" name="Pladsholder til tekst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MM</a:t>
            </a:r>
          </a:p>
        </p:txBody>
      </p:sp>
      <p:sp>
        <p:nvSpPr>
          <p:cNvPr id="25" name="Pladsholder til tekst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MM</a:t>
            </a:r>
          </a:p>
        </p:txBody>
      </p:sp>
      <p:sp>
        <p:nvSpPr>
          <p:cNvPr id="26" name="Pladsholder til tekst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MM</a:t>
            </a:r>
          </a:p>
        </p:txBody>
      </p:sp>
      <p:sp>
        <p:nvSpPr>
          <p:cNvPr id="27" name="Pladsholder til tekst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MM</a:t>
            </a:r>
          </a:p>
        </p:txBody>
      </p:sp>
      <p:sp>
        <p:nvSpPr>
          <p:cNvPr id="28" name="Pladsholder til tekst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MM</a:t>
            </a:r>
          </a:p>
        </p:txBody>
      </p:sp>
      <p:sp>
        <p:nvSpPr>
          <p:cNvPr id="29" name="Pladsholder til tekst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MM</a:t>
            </a:r>
          </a:p>
        </p:txBody>
      </p:sp>
      <p:sp>
        <p:nvSpPr>
          <p:cNvPr id="30" name="Pladsholder til tekst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MM</a:t>
            </a:r>
          </a:p>
        </p:txBody>
      </p:sp>
      <p:sp>
        <p:nvSpPr>
          <p:cNvPr id="31" name="Pladsholder til tekst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MM</a:t>
            </a:r>
          </a:p>
        </p:txBody>
      </p:sp>
      <p:sp>
        <p:nvSpPr>
          <p:cNvPr id="32" name="Rektangel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a-DK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Pladsholder til dato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da-DK" noProof="0"/>
              <a:t>20XX</a:t>
            </a:r>
          </a:p>
        </p:txBody>
      </p:sp>
      <p:sp>
        <p:nvSpPr>
          <p:cNvPr id="37" name="Pladsholder til sidefod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da-DK" noProof="0"/>
              <a:t>Forretningspræsentation</a:t>
            </a:r>
          </a:p>
        </p:txBody>
      </p:sp>
      <p:sp>
        <p:nvSpPr>
          <p:cNvPr id="38" name="Pladsholder til slidenumm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da-DK" noProof="0" smtClean="0"/>
              <a:t>‹nr.›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dsholder til SmartArt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838200" y="2136776"/>
            <a:ext cx="10515600" cy="369764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da-DK" noProof="0"/>
              <a:t>Klik på ikonet for at tilføje SmartArt-grafik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da-DK" noProof="0"/>
              <a:t>KLIK FOR AT REDIGERE MASTERTYPOGRAFIEN FOR OVERSKRIFTEN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da-DK" noProof="0"/>
              <a:t>20XX</a:t>
            </a:r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da-DK" noProof="0"/>
              <a:t>Forretningspræsentation</a:t>
            </a:r>
          </a:p>
        </p:txBody>
      </p:sp>
      <p:cxnSp>
        <p:nvCxnSpPr>
          <p:cNvPr id="10" name="Lige forbindelse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Lige forbindelse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da-DK" noProof="0" smtClean="0"/>
              <a:t>‹nr.›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slide 4 person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da-DK" noProof="0"/>
              <a:t>KLIK FOR AT REDIGERE MASTERTYPOGRAFIEN FOR OVERSKRIFTEN</a:t>
            </a:r>
          </a:p>
        </p:txBody>
      </p:sp>
      <p:sp>
        <p:nvSpPr>
          <p:cNvPr id="11" name="Pladsholder til billede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da-DK" noProof="0"/>
              <a:t>Klik på ikonet for at tilføje et billede</a:t>
            </a:r>
          </a:p>
        </p:txBody>
      </p:sp>
      <p:sp>
        <p:nvSpPr>
          <p:cNvPr id="17" name="Pladsholder til billede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da-DK" noProof="0"/>
              <a:t>Klik på ikonet for at tilføje et billede</a:t>
            </a:r>
          </a:p>
        </p:txBody>
      </p:sp>
      <p:sp>
        <p:nvSpPr>
          <p:cNvPr id="18" name="Pladsholder til billede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da-DK" noProof="0"/>
              <a:t>Klik på ikonet for at tilføje et billede</a:t>
            </a:r>
          </a:p>
        </p:txBody>
      </p:sp>
      <p:sp>
        <p:nvSpPr>
          <p:cNvPr id="19" name="Pladsholder til billede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da-DK" noProof="0"/>
              <a:t>Klik på ikonet for at tilføje et billede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a-DK" noProof="0"/>
              <a:t>KLIK FOR AT REDIGERE</a:t>
            </a:r>
          </a:p>
        </p:txBody>
      </p:sp>
      <p:sp>
        <p:nvSpPr>
          <p:cNvPr id="23" name="Pladsholder til tekst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a-DK" noProof="0"/>
              <a:t>KLIK FOR AT REDIGERE</a:t>
            </a:r>
          </a:p>
        </p:txBody>
      </p:sp>
      <p:sp>
        <p:nvSpPr>
          <p:cNvPr id="24" name="Pladsholder til tekst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a-DK" noProof="0"/>
              <a:t>KLIK FOR AT REDIGERE</a:t>
            </a:r>
          </a:p>
        </p:txBody>
      </p:sp>
      <p:sp>
        <p:nvSpPr>
          <p:cNvPr id="25" name="Pladsholder til tekst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a-DK" noProof="0"/>
              <a:t>KLIK FOR AT REDIGERE</a:t>
            </a:r>
          </a:p>
        </p:txBody>
      </p:sp>
      <p:sp>
        <p:nvSpPr>
          <p:cNvPr id="26" name="Pladsholder til tekst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a-DK" noProof="0"/>
              <a:t>KLIK FOR AT REDIGERE</a:t>
            </a:r>
          </a:p>
        </p:txBody>
      </p:sp>
      <p:sp>
        <p:nvSpPr>
          <p:cNvPr id="27" name="Pladsholder til tekst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a-DK" noProof="0"/>
              <a:t>KLIK FOR AT REDIGERE</a:t>
            </a:r>
          </a:p>
        </p:txBody>
      </p:sp>
      <p:sp>
        <p:nvSpPr>
          <p:cNvPr id="28" name="Pladsholder til tekst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a-DK" noProof="0"/>
              <a:t>KLIK FOR AT REDIGERE</a:t>
            </a:r>
          </a:p>
        </p:txBody>
      </p:sp>
      <p:sp>
        <p:nvSpPr>
          <p:cNvPr id="29" name="Pladsholder til tekst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a-DK" noProof="0"/>
              <a:t>KLIK FOR AT REDIGERE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da-DK" noProof="0"/>
              <a:t>20XX</a:t>
            </a:r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da-DK" noProof="0"/>
              <a:t>Forretningspræsentation</a:t>
            </a:r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da-DK" noProof="0" smtClean="0"/>
              <a:t>‹nr.›</a:t>
            </a:fld>
            <a:endParaRPr lang="da-DK" noProof="0"/>
          </a:p>
        </p:txBody>
      </p:sp>
      <p:cxnSp>
        <p:nvCxnSpPr>
          <p:cNvPr id="10" name="Lige forbindelse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Lige forbindelse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slide 8 person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da-DK" noProof="0"/>
              <a:t>KLIK FOR AT REDIGERE MASTERTYPOGRAFIEN FOR OVERSKRIFTEN</a:t>
            </a:r>
          </a:p>
        </p:txBody>
      </p:sp>
      <p:sp>
        <p:nvSpPr>
          <p:cNvPr id="11" name="Pladsholder til billede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da-DK" noProof="0"/>
              <a:t>Klik på ikonet for at tilføje et billede</a:t>
            </a:r>
          </a:p>
        </p:txBody>
      </p:sp>
      <p:sp>
        <p:nvSpPr>
          <p:cNvPr id="17" name="Pladsholder til billede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da-DK" noProof="0"/>
              <a:t>Klik på ikonet for at tilføje et billede</a:t>
            </a:r>
          </a:p>
        </p:txBody>
      </p:sp>
      <p:sp>
        <p:nvSpPr>
          <p:cNvPr id="18" name="Pladsholder til billede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 rtlCol="0"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da-DK" noProof="0"/>
              <a:t>Klik på ikonet for at tilføje et billede</a:t>
            </a:r>
          </a:p>
        </p:txBody>
      </p:sp>
      <p:sp>
        <p:nvSpPr>
          <p:cNvPr id="19" name="Pladsholder til billede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da-DK" noProof="0"/>
              <a:t>Klik på ikonet for at tilføje et billede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a-DK" noProof="0"/>
              <a:t>KLIK FOR AT REDIGERE</a:t>
            </a:r>
          </a:p>
        </p:txBody>
      </p:sp>
      <p:sp>
        <p:nvSpPr>
          <p:cNvPr id="26" name="Pladsholder til tekst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a-DK" noProof="0"/>
              <a:t>KLIK FOR AT REDIGERE</a:t>
            </a:r>
          </a:p>
        </p:txBody>
      </p:sp>
      <p:sp>
        <p:nvSpPr>
          <p:cNvPr id="23" name="Pladsholder til tekst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a-DK" noProof="0"/>
              <a:t>KLIK FOR AT REDIGERE</a:t>
            </a:r>
          </a:p>
        </p:txBody>
      </p:sp>
      <p:sp>
        <p:nvSpPr>
          <p:cNvPr id="27" name="Pladsholder til tekst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a-DK" noProof="0"/>
              <a:t>KLIK FOR AT REDIGERE</a:t>
            </a:r>
          </a:p>
        </p:txBody>
      </p:sp>
      <p:sp>
        <p:nvSpPr>
          <p:cNvPr id="24" name="Pladsholder til tekst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a-DK" noProof="0"/>
              <a:t>KLIK FOR AT REDIGERE</a:t>
            </a:r>
          </a:p>
        </p:txBody>
      </p:sp>
      <p:sp>
        <p:nvSpPr>
          <p:cNvPr id="28" name="Pladsholder til tekst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a-DK" noProof="0"/>
              <a:t>KLIK FOR AT REDIGERE</a:t>
            </a:r>
          </a:p>
        </p:txBody>
      </p:sp>
      <p:sp>
        <p:nvSpPr>
          <p:cNvPr id="25" name="Pladsholder til tekst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a-DK" noProof="0"/>
              <a:t>KLIK FOR AT REDIGERE</a:t>
            </a:r>
          </a:p>
        </p:txBody>
      </p:sp>
      <p:sp>
        <p:nvSpPr>
          <p:cNvPr id="29" name="Pladsholder til tekst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a-DK" noProof="0"/>
              <a:t>KLIK FOR AT REDIGERE</a:t>
            </a:r>
          </a:p>
        </p:txBody>
      </p:sp>
      <p:sp>
        <p:nvSpPr>
          <p:cNvPr id="55" name="Pladsholder til billede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da-DK" noProof="0"/>
              <a:t>Klik på ikonet for at tilføje et billede</a:t>
            </a:r>
          </a:p>
        </p:txBody>
      </p:sp>
      <p:sp>
        <p:nvSpPr>
          <p:cNvPr id="56" name="Pladsholder til billede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da-DK" noProof="0"/>
              <a:t>Klik på ikonet for at tilføje et billede</a:t>
            </a:r>
          </a:p>
        </p:txBody>
      </p:sp>
      <p:sp>
        <p:nvSpPr>
          <p:cNvPr id="57" name="Pladsholder til billede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da-DK" noProof="0"/>
              <a:t>Klik på ikonet for at tilføje et billede</a:t>
            </a:r>
          </a:p>
        </p:txBody>
      </p:sp>
      <p:sp>
        <p:nvSpPr>
          <p:cNvPr id="58" name="Pladsholder til billede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da-DK" noProof="0"/>
              <a:t>Klik på ikonet for at tilføje et billede</a:t>
            </a:r>
          </a:p>
        </p:txBody>
      </p:sp>
      <p:sp>
        <p:nvSpPr>
          <p:cNvPr id="54" name="Pladsholder til tekst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a-DK" noProof="0"/>
              <a:t>KLIK FOR AT REDIGERE</a:t>
            </a:r>
          </a:p>
        </p:txBody>
      </p:sp>
      <p:sp>
        <p:nvSpPr>
          <p:cNvPr id="62" name="Pladsholder til tekst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a-DK" noProof="0"/>
              <a:t>KLIK FOR AT REDIGERE</a:t>
            </a:r>
          </a:p>
        </p:txBody>
      </p:sp>
      <p:sp>
        <p:nvSpPr>
          <p:cNvPr id="59" name="Pladsholder til tekst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a-DK" noProof="0"/>
              <a:t>KLIK FOR AT REDIGERE</a:t>
            </a:r>
          </a:p>
        </p:txBody>
      </p:sp>
      <p:sp>
        <p:nvSpPr>
          <p:cNvPr id="63" name="Pladsholder til tekst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a-DK" noProof="0"/>
              <a:t>KLIK FOR AT REDIGERE</a:t>
            </a:r>
          </a:p>
        </p:txBody>
      </p:sp>
      <p:sp>
        <p:nvSpPr>
          <p:cNvPr id="60" name="Pladsholder til tekst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a-DK" noProof="0"/>
              <a:t>KLIK FOR AT REDIGERE</a:t>
            </a:r>
          </a:p>
        </p:txBody>
      </p:sp>
      <p:sp>
        <p:nvSpPr>
          <p:cNvPr id="64" name="Pladsholder til tekst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a-DK" noProof="0"/>
              <a:t>KLIK FOR AT REDIGERE</a:t>
            </a:r>
          </a:p>
        </p:txBody>
      </p:sp>
      <p:sp>
        <p:nvSpPr>
          <p:cNvPr id="61" name="Pladsholder til tekst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a-DK" noProof="0"/>
              <a:t>KLIK FOR AT REDIGERE</a:t>
            </a:r>
          </a:p>
        </p:txBody>
      </p:sp>
      <p:sp>
        <p:nvSpPr>
          <p:cNvPr id="65" name="Pladsholder til tekst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a-DK" noProof="0"/>
              <a:t>KLIK FOR AT REDIGERE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da-DK" noProof="0"/>
              <a:t>20XX</a:t>
            </a:r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da-DK" noProof="0"/>
              <a:t>Forretningspræsentation</a:t>
            </a:r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fld id="{B5CEABB6-07DC-46E8-9B57-56EC44A396E5}" type="slidenum">
              <a:rPr lang="da-DK" noProof="0" smtClean="0"/>
              <a:t>‹nr.›</a:t>
            </a:fld>
            <a:endParaRPr lang="da-DK" noProof="0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hold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da-DK" noProof="0"/>
              <a:t>KLIK FOR AT REDIGERE MASTERTYPOGRAFIEN FOR OVERSKRIFTEN</a:t>
            </a:r>
          </a:p>
        </p:txBody>
      </p:sp>
      <p:sp>
        <p:nvSpPr>
          <p:cNvPr id="11" name="Pladsholder til indhold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da-DK" noProof="0"/>
              <a:t>Klik for at tilføje indhold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a-DK" noProof="0"/>
              <a:t>#</a:t>
            </a:r>
          </a:p>
        </p:txBody>
      </p:sp>
      <p:sp>
        <p:nvSpPr>
          <p:cNvPr id="17" name="Pladsholder til tekst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a-DK" noProof="0"/>
              <a:t>KLIK FOR AT REDIGERE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200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da-DK" noProof="0"/>
              <a:t>Klik for at redigere i master</a:t>
            </a:r>
          </a:p>
        </p:txBody>
      </p:sp>
      <p:sp>
        <p:nvSpPr>
          <p:cNvPr id="24" name="Pladsholder til indhold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da-DK" noProof="0"/>
              <a:t>Klik for at tilføje indhold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a-DK" noProof="0"/>
              <a:t>#</a:t>
            </a:r>
          </a:p>
        </p:txBody>
      </p:sp>
      <p:sp>
        <p:nvSpPr>
          <p:cNvPr id="18" name="Pladsholder til tekst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da-DK" noProof="0"/>
              <a:t>KLIK FOR AT REDIGERE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562665" y="5120722"/>
            <a:ext cx="234220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da-DK" noProof="0"/>
              <a:t>Klik for at redigere i master</a:t>
            </a:r>
          </a:p>
        </p:txBody>
      </p:sp>
      <p:sp>
        <p:nvSpPr>
          <p:cNvPr id="25" name="Pladsholder til indhold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da-DK" noProof="0"/>
              <a:t>Klik for at tilføje indhold</a:t>
            </a:r>
          </a:p>
        </p:txBody>
      </p:sp>
      <p:sp>
        <p:nvSpPr>
          <p:cNvPr id="21" name="Pladsholder til tekst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a-DK" noProof="0"/>
              <a:t>#</a:t>
            </a:r>
          </a:p>
        </p:txBody>
      </p:sp>
      <p:sp>
        <p:nvSpPr>
          <p:cNvPr id="19" name="Pladsholder til tekst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a-DK" noProof="0"/>
              <a:t>KLIK FOR AT REDIGERE</a:t>
            </a:r>
          </a:p>
        </p:txBody>
      </p:sp>
      <p:sp>
        <p:nvSpPr>
          <p:cNvPr id="22" name="Pladsholder til indhold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298609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da-DK" noProof="0"/>
              <a:t>Klik for at redigere i master</a:t>
            </a:r>
          </a:p>
        </p:txBody>
      </p:sp>
      <p:sp>
        <p:nvSpPr>
          <p:cNvPr id="26" name="Pladsholder til indhold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da-DK" noProof="0"/>
              <a:t>Klik for at tilføje indhold</a:t>
            </a:r>
          </a:p>
        </p:txBody>
      </p:sp>
      <p:sp>
        <p:nvSpPr>
          <p:cNvPr id="14" name="Pladsholder til tekst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a-DK" noProof="0"/>
              <a:t>#</a:t>
            </a:r>
          </a:p>
        </p:txBody>
      </p:sp>
      <p:sp>
        <p:nvSpPr>
          <p:cNvPr id="23" name="Pladsholder til tekst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a-DK" noProof="0"/>
              <a:t>KLIK FOR AT REDIGERE</a:t>
            </a:r>
          </a:p>
        </p:txBody>
      </p:sp>
      <p:cxnSp>
        <p:nvCxnSpPr>
          <p:cNvPr id="16" name="Lige forbindelse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Lige forbindelse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Pladsholder til indhold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9023074" y="5120366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da-DK" noProof="0"/>
              <a:t>Klik for at redigere i master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da-DK" noProof="0"/>
              <a:t>20XX</a:t>
            </a:r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da-DK" noProof="0"/>
              <a:t>Forretningspræsentation</a:t>
            </a:r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da-DK" noProof="0" smtClean="0"/>
              <a:t>‹nr.›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Oversig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da-DK" noProof="0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476875" y="3682546"/>
            <a:ext cx="5111750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da-DK" noProof="0"/>
              <a:t>Klik for at redigere i master</a:t>
            </a:r>
          </a:p>
        </p:txBody>
      </p:sp>
      <p:cxnSp>
        <p:nvCxnSpPr>
          <p:cNvPr id="23" name="Lige forbindelse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Lige forbindelse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Pladsholder til dato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da-DK" noProof="0"/>
              <a:t>20XX</a:t>
            </a:r>
          </a:p>
        </p:txBody>
      </p:sp>
      <p:sp>
        <p:nvSpPr>
          <p:cNvPr id="22" name="Pladsholder til sidefod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da-DK" noProof="0"/>
              <a:t>Forretningspræsentation</a:t>
            </a:r>
          </a:p>
        </p:txBody>
      </p:sp>
      <p:sp>
        <p:nvSpPr>
          <p:cNvPr id="24" name="Pladsholder til slidenumm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da-DK" noProof="0" smtClean="0"/>
              <a:t>‹nr.›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ukk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da-DK" noProof="0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da-DK" noProof="0"/>
              <a:t>Klik for at redigere undertiteltypografien i masteren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Pladsholder til dato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da-DK" noProof="0"/>
              <a:t>20XX</a:t>
            </a:r>
          </a:p>
        </p:txBody>
      </p:sp>
      <p:sp>
        <p:nvSpPr>
          <p:cNvPr id="10" name="Pladsholder til sidefod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da-DK" noProof="0"/>
              <a:t>Forretningspræsentation</a:t>
            </a:r>
          </a:p>
        </p:txBody>
      </p:sp>
      <p:sp>
        <p:nvSpPr>
          <p:cNvPr id="11" name="Pladsholder til slidenumm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da-DK" noProof="0" smtClean="0"/>
              <a:t>‹nr.›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da-DK" noProof="0"/>
              <a:t>Klik for at redigere titeltypografier i master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da-DK" noProof="0"/>
              <a:t>Klik for at redigere i master</a:t>
            </a:r>
          </a:p>
          <a:p>
            <a:pPr lvl="1" rtl="0"/>
            <a:r>
              <a:rPr lang="da-DK" noProof="0"/>
              <a:t>Andet niveau</a:t>
            </a:r>
          </a:p>
          <a:p>
            <a:pPr lvl="2" rtl="0"/>
            <a:r>
              <a:rPr lang="da-DK" noProof="0"/>
              <a:t>Tredje niveau</a:t>
            </a:r>
          </a:p>
          <a:p>
            <a:pPr lvl="3" rtl="0"/>
            <a:r>
              <a:rPr lang="da-DK" noProof="0"/>
              <a:t>Fjerde niveau</a:t>
            </a:r>
          </a:p>
          <a:p>
            <a:pPr lvl="4" rtl="0"/>
            <a:r>
              <a:rPr lang="da-DK" noProof="0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da-DK" noProof="0"/>
              <a:t>20XX</a:t>
            </a:r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da-DK" noProof="0"/>
              <a:t>Forretningspræsentation</a:t>
            </a:r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da-DK" noProof="0" smtClean="0"/>
              <a:pPr rtl="0"/>
              <a:t>‹nr.›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create.kahoot.it/details/01fcecd8-5472-49d2-959b-e2dc98a4138d?fbclid=IwZXh0bgNhZW0CMTEAAR05IgfLKPr84fTJRU308TW4rucJhGrkDmE2APg_IP_AYnO1fDBCEZ_iFUs_aem_OAF2EByIx8bA3W609qxk9g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6040" y="4434840"/>
            <a:ext cx="5372548" cy="1122202"/>
          </a:xfrm>
        </p:spPr>
        <p:txBody>
          <a:bodyPr rtlCol="0"/>
          <a:lstStyle/>
          <a:p>
            <a:pPr rtl="0"/>
            <a:r>
              <a:rPr lang="da-DK" dirty="0"/>
              <a:t>IT-projektledelse</a:t>
            </a:r>
            <a:br>
              <a:rPr lang="da-DK" dirty="0"/>
            </a:br>
            <a:r>
              <a:rPr lang="da-DK" dirty="0"/>
              <a:t>Exercise: 5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 rtlCol="0"/>
          <a:lstStyle/>
          <a:p>
            <a:pPr rtl="0"/>
            <a:r>
              <a:rPr lang="da-DK" dirty="0"/>
              <a:t>09-04-2026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328F602C-7F98-4C02-99D4-ED65E00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da-DK" smtClean="0"/>
              <a:pPr/>
              <a:t>2</a:t>
            </a:fld>
            <a:endParaRPr lang="da-DK"/>
          </a:p>
        </p:txBody>
      </p:sp>
      <p:sp>
        <p:nvSpPr>
          <p:cNvPr id="7" name="Tekstfelt 6">
            <a:extLst>
              <a:ext uri="{FF2B5EF4-FFF2-40B4-BE49-F238E27FC236}">
                <a16:creationId xmlns:a16="http://schemas.microsoft.com/office/drawing/2014/main" id="{9B96E727-215E-DE9B-0086-87BCAB2C9EE4}"/>
              </a:ext>
            </a:extLst>
          </p:cNvPr>
          <p:cNvSpPr txBox="1"/>
          <p:nvPr/>
        </p:nvSpPr>
        <p:spPr>
          <a:xfrm>
            <a:off x="620345" y="1443841"/>
            <a:ext cx="930971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buFont typeface="Wingdings" pitchFamily="2" charset="2"/>
              <a:buChar char="q"/>
            </a:pPr>
            <a:r>
              <a:rPr lang="da-DK" sz="2400" b="1" dirty="0">
                <a:solidFill>
                  <a:schemeClr val="tx1"/>
                </a:solidFill>
              </a:rPr>
              <a:t>Opsamling fra sidst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q"/>
            </a:pPr>
            <a:r>
              <a:rPr lang="da-DK" sz="2400" b="1" dirty="0"/>
              <a:t>Modeller/teorier til SCRUM og/eller vandfald</a:t>
            </a:r>
            <a:endParaRPr lang="da-DK" sz="2400" b="1" dirty="0">
              <a:solidFill>
                <a:schemeClr val="tx1"/>
              </a:solidFill>
            </a:endParaRP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q"/>
            </a:pPr>
            <a:r>
              <a:rPr lang="da-DK" sz="2400" b="1" dirty="0">
                <a:solidFill>
                  <a:schemeClr val="tx1"/>
                </a:solidFill>
              </a:rPr>
              <a:t>Iteration 1: </a:t>
            </a:r>
            <a:r>
              <a:rPr lang="da-DK" sz="2400" b="1" dirty="0"/>
              <a:t>Burndown chart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q"/>
            </a:pPr>
            <a:r>
              <a:rPr lang="da-DK" sz="2400" b="1" dirty="0"/>
              <a:t>Iteration 2</a:t>
            </a:r>
            <a:r>
              <a:rPr lang="da-DK" sz="2400" b="1" dirty="0">
                <a:solidFill>
                  <a:schemeClr val="tx1"/>
                </a:solidFill>
              </a:rPr>
              <a:t>: </a:t>
            </a:r>
            <a:r>
              <a:rPr lang="da-DK" sz="2400" b="1" dirty="0" err="1"/>
              <a:t>Earned</a:t>
            </a:r>
            <a:r>
              <a:rPr lang="da-DK" sz="2400" b="1" dirty="0"/>
              <a:t> value 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q"/>
            </a:pPr>
            <a:r>
              <a:rPr lang="da-DK" sz="2400" b="1" dirty="0"/>
              <a:t>Iteration 3: </a:t>
            </a:r>
            <a:r>
              <a:rPr lang="da-DK" sz="2400" b="1" dirty="0" err="1"/>
              <a:t>Kahoot</a:t>
            </a:r>
            <a:endParaRPr lang="da-DK" sz="2400" b="1" dirty="0"/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q"/>
            </a:pPr>
            <a:r>
              <a:rPr lang="da-DK" sz="2400" b="1" dirty="0"/>
              <a:t>Klyngevejledning 2</a:t>
            </a:r>
          </a:p>
          <a:p>
            <a:endParaRPr lang="da-DK" dirty="0"/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8CEFDA-8D79-F5E4-2668-A824D67F5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EA40B2C-F4A0-9D7A-2F58-F71B1EC626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228C243C-B81D-F583-454B-3BE83C03D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da-DK" noProof="0" smtClean="0"/>
              <a:t>3</a:t>
            </a:fld>
            <a:endParaRPr lang="da-DK" noProof="0"/>
          </a:p>
        </p:txBody>
      </p:sp>
      <p:pic>
        <p:nvPicPr>
          <p:cNvPr id="7" name="Picture 1">
            <a:extLst>
              <a:ext uri="{FF2B5EF4-FFF2-40B4-BE49-F238E27FC236}">
                <a16:creationId xmlns:a16="http://schemas.microsoft.com/office/drawing/2014/main" id="{32CDB00C-B032-1796-D826-C59B1257152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552"/>
          <a:stretch/>
        </p:blipFill>
        <p:spPr>
          <a:xfrm>
            <a:off x="6096000" y="14156"/>
            <a:ext cx="6096000" cy="6844525"/>
          </a:xfrm>
          <a:prstGeom prst="rect">
            <a:avLst/>
          </a:prstGeom>
        </p:spPr>
      </p:pic>
      <p:pic>
        <p:nvPicPr>
          <p:cNvPr id="8" name="Billede 7" descr="Et billede, der indeholder skærmbillede, fugl&#10;&#10;Automatisk genereret beskrivelse">
            <a:extLst>
              <a:ext uri="{FF2B5EF4-FFF2-40B4-BE49-F238E27FC236}">
                <a16:creationId xmlns:a16="http://schemas.microsoft.com/office/drawing/2014/main" id="{B0824904-ED00-5271-058B-9035916BC0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695" y="11865"/>
            <a:ext cx="5658345" cy="3025569"/>
          </a:xfrm>
          <a:prstGeom prst="rect">
            <a:avLst/>
          </a:prstGeom>
        </p:spPr>
      </p:pic>
      <p:pic>
        <p:nvPicPr>
          <p:cNvPr id="9" name="Billede 8">
            <a:extLst>
              <a:ext uri="{FF2B5EF4-FFF2-40B4-BE49-F238E27FC236}">
                <a16:creationId xmlns:a16="http://schemas.microsoft.com/office/drawing/2014/main" id="{F90CA02D-7228-FB7D-4C3B-C5BC99DB3C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427" y="3037434"/>
            <a:ext cx="5874465" cy="2366691"/>
          </a:xfrm>
          <a:prstGeom prst="rect">
            <a:avLst/>
          </a:prstGeom>
        </p:spPr>
      </p:pic>
      <p:pic>
        <p:nvPicPr>
          <p:cNvPr id="10" name="Billede 9">
            <a:extLst>
              <a:ext uri="{FF2B5EF4-FFF2-40B4-BE49-F238E27FC236}">
                <a16:creationId xmlns:a16="http://schemas.microsoft.com/office/drawing/2014/main" id="{A4EE8061-F9A1-6916-EB99-8D211FA0B1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0069" y="5369226"/>
            <a:ext cx="5693180" cy="1488774"/>
          </a:xfrm>
          <a:prstGeom prst="rect">
            <a:avLst/>
          </a:prstGeom>
        </p:spPr>
      </p:pic>
      <p:sp>
        <p:nvSpPr>
          <p:cNvPr id="11" name="Tekstfelt 10">
            <a:extLst>
              <a:ext uri="{FF2B5EF4-FFF2-40B4-BE49-F238E27FC236}">
                <a16:creationId xmlns:a16="http://schemas.microsoft.com/office/drawing/2014/main" id="{2FF24079-FB3F-47BD-7581-8B439D1BAF93}"/>
              </a:ext>
            </a:extLst>
          </p:cNvPr>
          <p:cNvSpPr txBox="1"/>
          <p:nvPr/>
        </p:nvSpPr>
        <p:spPr>
          <a:xfrm>
            <a:off x="6096000" y="195943"/>
            <a:ext cx="2155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b="1" dirty="0"/>
              <a:t>Sidste gang…</a:t>
            </a:r>
          </a:p>
        </p:txBody>
      </p:sp>
    </p:spTree>
    <p:extLst>
      <p:ext uri="{BB962C8B-B14F-4D97-AF65-F5344CB8AC3E}">
        <p14:creationId xmlns:p14="http://schemas.microsoft.com/office/powerpoint/2010/main" val="1403100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CA8A456D-7F90-2314-D2D0-B10A46074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da-DK" noProof="0" smtClean="0"/>
              <a:t>4</a:t>
            </a:fld>
            <a:endParaRPr lang="da-DK" noProof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82579DDE-B76C-CFD5-ACAD-9C0C06801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638" y="722133"/>
            <a:ext cx="11050437" cy="846301"/>
          </a:xfrm>
        </p:spPr>
        <p:txBody>
          <a:bodyPr rtlCol="0">
            <a:normAutofit fontScale="90000"/>
          </a:bodyPr>
          <a:lstStyle/>
          <a:p>
            <a:r>
              <a:rPr lang="da-DK" sz="4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Modeller/teorier til </a:t>
            </a:r>
            <a:r>
              <a:rPr lang="da-DK" sz="4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Scrum</a:t>
            </a:r>
            <a:r>
              <a:rPr lang="da-DK" sz="4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og/eller vandfald</a:t>
            </a:r>
            <a:endParaRPr lang="da-DK" sz="4800" b="1" u="sng" dirty="0">
              <a:solidFill>
                <a:schemeClr val="tx1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7399F59-2454-2D2E-BF80-DE5EEC688BAB}"/>
              </a:ext>
            </a:extLst>
          </p:cNvPr>
          <p:cNvGraphicFramePr>
            <a:graphicFrameLocks noGrp="1"/>
          </p:cNvGraphicFramePr>
          <p:nvPr/>
        </p:nvGraphicFramePr>
        <p:xfrm>
          <a:off x="570049" y="1568434"/>
          <a:ext cx="4911616" cy="287113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455808">
                  <a:extLst>
                    <a:ext uri="{9D8B030D-6E8A-4147-A177-3AD203B41FA5}">
                      <a16:colId xmlns:a16="http://schemas.microsoft.com/office/drawing/2014/main" val="1880899468"/>
                    </a:ext>
                  </a:extLst>
                </a:gridCol>
                <a:gridCol w="2455808">
                  <a:extLst>
                    <a:ext uri="{9D8B030D-6E8A-4147-A177-3AD203B41FA5}">
                      <a16:colId xmlns:a16="http://schemas.microsoft.com/office/drawing/2014/main" val="252800597"/>
                    </a:ext>
                  </a:extLst>
                </a:gridCol>
              </a:tblGrid>
              <a:tr h="379926">
                <a:tc>
                  <a:txBody>
                    <a:bodyPr/>
                    <a:lstStyle/>
                    <a:p>
                      <a:pPr algn="ctr"/>
                      <a:r>
                        <a:rPr lang="en-DK" dirty="0">
                          <a:solidFill>
                            <a:schemeClr val="tx1"/>
                          </a:solidFill>
                        </a:rPr>
                        <a:t>Vanfald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K" dirty="0">
                          <a:solidFill>
                            <a:schemeClr val="tx1"/>
                          </a:solidFill>
                        </a:rPr>
                        <a:t>SCRUM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7776628"/>
                  </a:ext>
                </a:extLst>
              </a:tr>
              <a:tr h="622801">
                <a:tc>
                  <a:txBody>
                    <a:bodyPr/>
                    <a:lstStyle/>
                    <a:p>
                      <a:r>
                        <a:rPr lang="en-DK" dirty="0">
                          <a:solidFill>
                            <a:srgbClr val="7030A0"/>
                          </a:solidFill>
                        </a:rPr>
                        <a:t>Aktivitetsplan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K" dirty="0">
                          <a:solidFill>
                            <a:srgbClr val="7030A0"/>
                          </a:solidFill>
                        </a:rPr>
                        <a:t>Product backlog items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2583320"/>
                  </a:ext>
                </a:extLst>
              </a:tr>
              <a:tr h="622801">
                <a:tc>
                  <a:txBody>
                    <a:bodyPr/>
                    <a:lstStyle/>
                    <a:p>
                      <a:r>
                        <a:rPr lang="en-DK" dirty="0">
                          <a:solidFill>
                            <a:srgbClr val="7030A0"/>
                          </a:solidFill>
                        </a:rPr>
                        <a:t>PERT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K" dirty="0">
                          <a:solidFill>
                            <a:srgbClr val="7030A0"/>
                          </a:solidFill>
                        </a:rPr>
                        <a:t>Poker planlægning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2051738"/>
                  </a:ext>
                </a:extLst>
              </a:tr>
              <a:tr h="622801">
                <a:tc>
                  <a:txBody>
                    <a:bodyPr/>
                    <a:lstStyle/>
                    <a:p>
                      <a:r>
                        <a:rPr lang="en-DK" dirty="0">
                          <a:solidFill>
                            <a:srgbClr val="7030A0"/>
                          </a:solidFill>
                          <a:highlight>
                            <a:srgbClr val="808080"/>
                          </a:highlight>
                        </a:rPr>
                        <a:t>Earned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K" dirty="0">
                          <a:solidFill>
                            <a:srgbClr val="7030A0"/>
                          </a:solidFill>
                          <a:highlight>
                            <a:srgbClr val="808080"/>
                          </a:highlight>
                        </a:rPr>
                        <a:t>Burndown chart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9348381"/>
                  </a:ext>
                </a:extLst>
              </a:tr>
              <a:tr h="622801">
                <a:tc>
                  <a:txBody>
                    <a:bodyPr/>
                    <a:lstStyle/>
                    <a:p>
                      <a:r>
                        <a:rPr lang="en-DK" dirty="0">
                          <a:solidFill>
                            <a:schemeClr val="accent4"/>
                          </a:solidFill>
                        </a:rPr>
                        <a:t>Use 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K" dirty="0">
                          <a:solidFill>
                            <a:schemeClr val="accent4"/>
                          </a:solidFill>
                        </a:rPr>
                        <a:t>User stories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756691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9E330EC-ABD7-6CDA-F03F-4F436A55FE67}"/>
              </a:ext>
            </a:extLst>
          </p:cNvPr>
          <p:cNvSpPr txBox="1"/>
          <p:nvPr/>
        </p:nvSpPr>
        <p:spPr>
          <a:xfrm>
            <a:off x="654162" y="4684549"/>
            <a:ext cx="1979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dirty="0">
                <a:solidFill>
                  <a:schemeClr val="accent6"/>
                </a:solidFill>
              </a:rPr>
              <a:t>Projektbeskrivelse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F329DE-433A-A4AD-32A1-D1FBD38F81E8}"/>
              </a:ext>
            </a:extLst>
          </p:cNvPr>
          <p:cNvSpPr txBox="1"/>
          <p:nvPr/>
        </p:nvSpPr>
        <p:spPr>
          <a:xfrm>
            <a:off x="654162" y="5046285"/>
            <a:ext cx="13180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dirty="0">
                <a:solidFill>
                  <a:srgbClr val="7030A0"/>
                </a:solidFill>
              </a:rPr>
              <a:t>Projektplan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BD047B-19FC-7106-6B4A-10C36D025E08}"/>
              </a:ext>
            </a:extLst>
          </p:cNvPr>
          <p:cNvSpPr txBox="1"/>
          <p:nvPr/>
        </p:nvSpPr>
        <p:spPr>
          <a:xfrm>
            <a:off x="654162" y="5397203"/>
            <a:ext cx="3441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dirty="0">
                <a:solidFill>
                  <a:srgbClr val="FFC000"/>
                </a:solidFill>
              </a:rPr>
              <a:t>Kravspecifikationer og arkitektur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379A24-62CE-0A39-3417-23CF49CCF5DE}"/>
              </a:ext>
            </a:extLst>
          </p:cNvPr>
          <p:cNvSpPr txBox="1"/>
          <p:nvPr/>
        </p:nvSpPr>
        <p:spPr>
          <a:xfrm>
            <a:off x="672763" y="5766535"/>
            <a:ext cx="1970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dirty="0">
                <a:solidFill>
                  <a:schemeClr val="accent5"/>
                </a:solidFill>
              </a:rPr>
              <a:t>Processevaluering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243CF30-573B-A016-D599-65801CE8FBB0}"/>
              </a:ext>
            </a:extLst>
          </p:cNvPr>
          <p:cNvGraphicFramePr>
            <a:graphicFrameLocks noGrp="1"/>
          </p:cNvGraphicFramePr>
          <p:nvPr/>
        </p:nvGraphicFramePr>
        <p:xfrm>
          <a:off x="6096000" y="1568436"/>
          <a:ext cx="4303776" cy="50660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303776">
                  <a:extLst>
                    <a:ext uri="{9D8B030D-6E8A-4147-A177-3AD203B41FA5}">
                      <a16:colId xmlns:a16="http://schemas.microsoft.com/office/drawing/2014/main" val="1255599333"/>
                    </a:ext>
                  </a:extLst>
                </a:gridCol>
              </a:tblGrid>
              <a:tr h="333025">
                <a:tc>
                  <a:txBody>
                    <a:bodyPr/>
                    <a:lstStyle/>
                    <a:p>
                      <a:pPr algn="ctr"/>
                      <a:r>
                        <a:rPr lang="en-DK" dirty="0">
                          <a:solidFill>
                            <a:schemeClr val="tx1"/>
                          </a:solidFill>
                        </a:rPr>
                        <a:t>Modeller for begge procesmodeller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9229117"/>
                  </a:ext>
                </a:extLst>
              </a:tr>
              <a:tr h="406024">
                <a:tc>
                  <a:txBody>
                    <a:bodyPr/>
                    <a:lstStyle/>
                    <a:p>
                      <a:r>
                        <a:rPr lang="en-DK" dirty="0">
                          <a:solidFill>
                            <a:schemeClr val="accent6"/>
                          </a:solidFill>
                        </a:rPr>
                        <a:t>Interessenthåndtering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2852162"/>
                  </a:ext>
                </a:extLst>
              </a:tr>
              <a:tr h="406024">
                <a:tc>
                  <a:txBody>
                    <a:bodyPr/>
                    <a:lstStyle/>
                    <a:p>
                      <a:r>
                        <a:rPr lang="en-DK" dirty="0">
                          <a:solidFill>
                            <a:srgbClr val="7030A0"/>
                          </a:solidFill>
                          <a:highlight>
                            <a:srgbClr val="808080"/>
                          </a:highlight>
                        </a:rPr>
                        <a:t>Beslutningsstruktur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8730678"/>
                  </a:ext>
                </a:extLst>
              </a:tr>
              <a:tr h="406024">
                <a:tc>
                  <a:txBody>
                    <a:bodyPr/>
                    <a:lstStyle/>
                    <a:p>
                      <a:r>
                        <a:rPr lang="en-DK" dirty="0">
                          <a:solidFill>
                            <a:srgbClr val="7030A0"/>
                          </a:solidFill>
                          <a:highlight>
                            <a:srgbClr val="808080"/>
                          </a:highlight>
                        </a:rPr>
                        <a:t>Sammensætning af team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3231837"/>
                  </a:ext>
                </a:extLst>
              </a:tr>
              <a:tr h="406024">
                <a:tc>
                  <a:txBody>
                    <a:bodyPr/>
                    <a:lstStyle/>
                    <a:p>
                      <a:r>
                        <a:rPr lang="en-DK" dirty="0">
                          <a:solidFill>
                            <a:schemeClr val="accent6"/>
                          </a:solidFill>
                          <a:highlight>
                            <a:srgbClr val="808080"/>
                          </a:highlight>
                        </a:rPr>
                        <a:t>Projekttrekant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1732157"/>
                  </a:ext>
                </a:extLst>
              </a:tr>
              <a:tr h="406024">
                <a:tc>
                  <a:txBody>
                    <a:bodyPr/>
                    <a:lstStyle/>
                    <a:p>
                      <a:r>
                        <a:rPr lang="en-DK" dirty="0">
                          <a:solidFill>
                            <a:srgbClr val="7030A0"/>
                          </a:solidFill>
                          <a:highlight>
                            <a:srgbClr val="808080"/>
                          </a:highlight>
                        </a:rPr>
                        <a:t>Målhierarki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1315247"/>
                  </a:ext>
                </a:extLst>
              </a:tr>
              <a:tr h="582794">
                <a:tc>
                  <a:txBody>
                    <a:bodyPr/>
                    <a:lstStyle/>
                    <a:p>
                      <a:r>
                        <a:rPr lang="en-DK" dirty="0">
                          <a:solidFill>
                            <a:schemeClr val="accent4"/>
                          </a:solidFill>
                          <a:highlight>
                            <a:srgbClr val="808080"/>
                          </a:highlight>
                        </a:rPr>
                        <a:t>PBS</a:t>
                      </a:r>
                    </a:p>
                    <a:p>
                      <a:endParaRPr lang="en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3658123"/>
                  </a:ext>
                </a:extLst>
              </a:tr>
              <a:tr h="406024">
                <a:tc>
                  <a:txBody>
                    <a:bodyPr/>
                    <a:lstStyle/>
                    <a:p>
                      <a:r>
                        <a:rPr lang="en-DK" dirty="0">
                          <a:solidFill>
                            <a:srgbClr val="7030A0"/>
                          </a:solidFill>
                        </a:rPr>
                        <a:t>Milepælsplan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6543543"/>
                  </a:ext>
                </a:extLst>
              </a:tr>
              <a:tr h="406024">
                <a:tc>
                  <a:txBody>
                    <a:bodyPr/>
                    <a:lstStyle/>
                    <a:p>
                      <a:r>
                        <a:rPr lang="en-DK" dirty="0">
                          <a:solidFill>
                            <a:schemeClr val="accent6"/>
                          </a:solidFill>
                        </a:rPr>
                        <a:t>Risikoanalyse og heatmap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7391650"/>
                  </a:ext>
                </a:extLst>
              </a:tr>
              <a:tr h="406024">
                <a:tc>
                  <a:txBody>
                    <a:bodyPr/>
                    <a:lstStyle/>
                    <a:p>
                      <a:r>
                        <a:rPr lang="en-DK" dirty="0">
                          <a:solidFill>
                            <a:schemeClr val="accent6"/>
                          </a:solidFill>
                        </a:rPr>
                        <a:t>Cost benefit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1811627"/>
                  </a:ext>
                </a:extLst>
              </a:tr>
              <a:tr h="406024">
                <a:tc>
                  <a:txBody>
                    <a:bodyPr/>
                    <a:lstStyle/>
                    <a:p>
                      <a:r>
                        <a:rPr lang="en-DK" dirty="0">
                          <a:solidFill>
                            <a:schemeClr val="accent4"/>
                          </a:solidFill>
                          <a:highlight>
                            <a:srgbClr val="808080"/>
                          </a:highlight>
                        </a:rPr>
                        <a:t>Kvalitetssikring og non-funktionelle krav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9638024"/>
                  </a:ext>
                </a:extLst>
              </a:tr>
              <a:tr h="406024">
                <a:tc>
                  <a:txBody>
                    <a:bodyPr/>
                    <a:lstStyle/>
                    <a:p>
                      <a:r>
                        <a:rPr lang="en-DK" dirty="0">
                          <a:solidFill>
                            <a:schemeClr val="accent6"/>
                          </a:solidFill>
                          <a:highlight>
                            <a:srgbClr val="808080"/>
                          </a:highlight>
                        </a:rPr>
                        <a:t>Valg af processmodel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491072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19BB222-29FE-542C-BAAB-FEF747299F00}"/>
              </a:ext>
            </a:extLst>
          </p:cNvPr>
          <p:cNvSpPr txBox="1"/>
          <p:nvPr/>
        </p:nvSpPr>
        <p:spPr>
          <a:xfrm>
            <a:off x="654162" y="6373256"/>
            <a:ext cx="1854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dirty="0">
                <a:highlight>
                  <a:srgbClr val="C0C0C0"/>
                </a:highlight>
              </a:rPr>
              <a:t>Vores anbefaling</a:t>
            </a:r>
          </a:p>
        </p:txBody>
      </p:sp>
    </p:spTree>
    <p:extLst>
      <p:ext uri="{BB962C8B-B14F-4D97-AF65-F5344CB8AC3E}">
        <p14:creationId xmlns:p14="http://schemas.microsoft.com/office/powerpoint/2010/main" val="1711478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0ACD0-EE6A-C8A5-D689-56D6FE8FA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7C480CE7-20C0-EC9E-44A4-64BB085E0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da-DK" smtClean="0"/>
              <a:pPr rtl="0"/>
              <a:t>5</a:t>
            </a:fld>
            <a:endParaRPr lang="da-DK"/>
          </a:p>
        </p:txBody>
      </p:sp>
      <p:sp>
        <p:nvSpPr>
          <p:cNvPr id="7" name="Tekstfelt 6">
            <a:extLst>
              <a:ext uri="{FF2B5EF4-FFF2-40B4-BE49-F238E27FC236}">
                <a16:creationId xmlns:a16="http://schemas.microsoft.com/office/drawing/2014/main" id="{1AE939C9-794D-DCAD-554C-76ED39DB3C2C}"/>
              </a:ext>
            </a:extLst>
          </p:cNvPr>
          <p:cNvSpPr txBox="1"/>
          <p:nvPr/>
        </p:nvSpPr>
        <p:spPr>
          <a:xfrm>
            <a:off x="642116" y="1574470"/>
            <a:ext cx="930971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buFont typeface="Wingdings" pitchFamily="2" charset="2"/>
              <a:buChar char="ü"/>
            </a:pPr>
            <a:r>
              <a:rPr lang="da-DK" sz="2400" b="1" dirty="0"/>
              <a:t>Opsamling fra sidst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ü"/>
            </a:pPr>
            <a:r>
              <a:rPr lang="da-DK" sz="2400" b="1" dirty="0"/>
              <a:t>Modeller/teorier til SCRUM og/eller vandfald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q"/>
            </a:pPr>
            <a:r>
              <a:rPr lang="da-DK" sz="2400" b="1" dirty="0"/>
              <a:t>Iteration 1: Burndown chart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q"/>
            </a:pPr>
            <a:r>
              <a:rPr lang="da-DK" sz="2400" b="1" dirty="0"/>
              <a:t>Iteration 2: </a:t>
            </a:r>
            <a:r>
              <a:rPr lang="da-DK" sz="2400" b="1" dirty="0" err="1"/>
              <a:t>Earned</a:t>
            </a:r>
            <a:r>
              <a:rPr lang="da-DK" sz="2400" b="1" dirty="0"/>
              <a:t> value 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q"/>
            </a:pPr>
            <a:r>
              <a:rPr lang="da-DK" sz="2400" b="1" dirty="0"/>
              <a:t>Iteration 3: </a:t>
            </a:r>
            <a:r>
              <a:rPr lang="da-DK" sz="2400" b="1" dirty="0" err="1"/>
              <a:t>Kahoot</a:t>
            </a:r>
            <a:endParaRPr lang="da-DK" sz="2400" b="1" dirty="0"/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q"/>
            </a:pPr>
            <a:r>
              <a:rPr lang="da-DK" sz="2400" b="1" dirty="0"/>
              <a:t>Klyngevejledning 2</a:t>
            </a:r>
          </a:p>
          <a:p>
            <a:endParaRPr lang="da-DK" dirty="0"/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789632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E54ABB-4929-4810-950B-2DAEA0A5B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9047" y="0"/>
            <a:ext cx="8421688" cy="1325563"/>
          </a:xfrm>
        </p:spPr>
        <p:txBody>
          <a:bodyPr rtlCol="0"/>
          <a:lstStyle/>
          <a:p>
            <a:r>
              <a:rPr lang="da-DK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Iteration 1: </a:t>
            </a:r>
            <a:r>
              <a:rPr lang="da-DK" sz="2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Earned</a:t>
            </a:r>
            <a:r>
              <a:rPr lang="da-DK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value (EV) - Vandfaldsmodellen</a:t>
            </a:r>
          </a:p>
        </p:txBody>
      </p:sp>
      <p:sp>
        <p:nvSpPr>
          <p:cNvPr id="11" name="Pladsholder til slidenummer 10">
            <a:extLst>
              <a:ext uri="{FF2B5EF4-FFF2-40B4-BE49-F238E27FC236}">
                <a16:creationId xmlns:a16="http://schemas.microsoft.com/office/drawing/2014/main" id="{BAD5B6F4-0A90-447A-A1AE-D75C934B6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da-DK" smtClean="0"/>
              <a:pPr rtl="0"/>
              <a:t>6</a:t>
            </a:fld>
            <a:endParaRPr lang="da-DK" dirty="0"/>
          </a:p>
        </p:txBody>
      </p:sp>
      <p:pic>
        <p:nvPicPr>
          <p:cNvPr id="3" name="Billede 2">
            <a:extLst>
              <a:ext uri="{FF2B5EF4-FFF2-40B4-BE49-F238E27FC236}">
                <a16:creationId xmlns:a16="http://schemas.microsoft.com/office/drawing/2014/main" id="{2A30292F-C4A8-F5C3-EDD6-7F42FCEE61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683" y="1208417"/>
            <a:ext cx="9388415" cy="5064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068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BE4E0-0DF5-6BD8-7620-620370C92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CFC4B6-5744-A417-BFD5-F96DCC75F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540" y="337137"/>
            <a:ext cx="10515598" cy="846301"/>
          </a:xfrm>
        </p:spPr>
        <p:txBody>
          <a:bodyPr rtlCol="0">
            <a:noAutofit/>
          </a:bodyPr>
          <a:lstStyle/>
          <a:p>
            <a:r>
              <a:rPr lang="da-DK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Iteration 1: </a:t>
            </a:r>
            <a:r>
              <a:rPr lang="da-DK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Earned</a:t>
            </a:r>
            <a:r>
              <a:rPr lang="da-DK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value (EV)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60B70A7C-F7AE-4462-E1BA-17385B66483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da-DK" smtClean="0"/>
              <a:pPr rtl="0"/>
              <a:t>7</a:t>
            </a:fld>
            <a:endParaRPr lang="da-DK" dirty="0"/>
          </a:p>
        </p:txBody>
      </p:sp>
      <p:sp>
        <p:nvSpPr>
          <p:cNvPr id="7" name="Tekstfelt 6">
            <a:extLst>
              <a:ext uri="{FF2B5EF4-FFF2-40B4-BE49-F238E27FC236}">
                <a16:creationId xmlns:a16="http://schemas.microsoft.com/office/drawing/2014/main" id="{DBF7B43C-79AA-7395-8977-C0FA8487AE88}"/>
              </a:ext>
            </a:extLst>
          </p:cNvPr>
          <p:cNvSpPr txBox="1"/>
          <p:nvPr/>
        </p:nvSpPr>
        <p:spPr>
          <a:xfrm>
            <a:off x="914961" y="2404262"/>
            <a:ext cx="699819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000" b="1" dirty="0"/>
              <a:t>Lav </a:t>
            </a:r>
            <a:r>
              <a:rPr lang="da-DK" sz="2000" b="1" dirty="0" err="1"/>
              <a:t>Earned</a:t>
            </a:r>
            <a:r>
              <a:rPr lang="da-DK" sz="2000" b="1" dirty="0"/>
              <a:t> Value</a:t>
            </a:r>
            <a:endParaRPr lang="da-DK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2000" dirty="0"/>
              <a:t>Beregn EV for jeres projekt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2000" dirty="0"/>
              <a:t>Opstil en grafisk illustration af fremdrift i projektet (se forrige slide)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a-DK" sz="2000" dirty="0"/>
          </a:p>
          <a:p>
            <a:r>
              <a:rPr lang="da-DK" sz="2000" dirty="0"/>
              <a:t>(20 min)</a:t>
            </a:r>
          </a:p>
        </p:txBody>
      </p:sp>
    </p:spTree>
    <p:extLst>
      <p:ext uri="{BB962C8B-B14F-4D97-AF65-F5344CB8AC3E}">
        <p14:creationId xmlns:p14="http://schemas.microsoft.com/office/powerpoint/2010/main" val="749417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4E0A63-A388-49B1-A04E-27CE9BD62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9849" y="337137"/>
            <a:ext cx="8820807" cy="846301"/>
          </a:xfrm>
        </p:spPr>
        <p:txBody>
          <a:bodyPr rtlCol="0">
            <a:normAutofit/>
          </a:bodyPr>
          <a:lstStyle/>
          <a:p>
            <a:r>
              <a:rPr lang="da-DK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Iteration 2: Burndown Chart – SCRUM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79ED4A67-3A46-4F54-A12A-EAE1B53E645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da-DK" smtClean="0"/>
              <a:pPr rtl="0"/>
              <a:t>8</a:t>
            </a:fld>
            <a:endParaRPr lang="da-DK" dirty="0"/>
          </a:p>
        </p:txBody>
      </p:sp>
      <p:pic>
        <p:nvPicPr>
          <p:cNvPr id="3" name="Billede 2">
            <a:extLst>
              <a:ext uri="{FF2B5EF4-FFF2-40B4-BE49-F238E27FC236}">
                <a16:creationId xmlns:a16="http://schemas.microsoft.com/office/drawing/2014/main" id="{FF19D3FF-6F81-66E3-F1AA-9F32B89B18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9718" y="1183438"/>
            <a:ext cx="7851413" cy="4997467"/>
          </a:xfrm>
          <a:prstGeom prst="rect">
            <a:avLst/>
          </a:prstGeom>
        </p:spPr>
      </p:pic>
      <p:pic>
        <p:nvPicPr>
          <p:cNvPr id="6" name="Billede 5">
            <a:extLst>
              <a:ext uri="{FF2B5EF4-FFF2-40B4-BE49-F238E27FC236}">
                <a16:creationId xmlns:a16="http://schemas.microsoft.com/office/drawing/2014/main" id="{802FBAD5-E5C1-7131-E537-AE143B5638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285" y="1640013"/>
            <a:ext cx="3428884" cy="2012043"/>
          </a:xfrm>
          <a:prstGeom prst="rect">
            <a:avLst/>
          </a:prstGeom>
        </p:spPr>
      </p:pic>
      <p:pic>
        <p:nvPicPr>
          <p:cNvPr id="8" name="Billede 7">
            <a:extLst>
              <a:ext uri="{FF2B5EF4-FFF2-40B4-BE49-F238E27FC236}">
                <a16:creationId xmlns:a16="http://schemas.microsoft.com/office/drawing/2014/main" id="{BECEB937-3E6A-4188-1DE8-BD09473C33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285" y="3652056"/>
            <a:ext cx="3428884" cy="2022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159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5E133-F693-59B0-9A93-7E3944699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4E97B0-A7FF-FE28-4972-32268A619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540" y="337137"/>
            <a:ext cx="10515598" cy="846301"/>
          </a:xfrm>
        </p:spPr>
        <p:txBody>
          <a:bodyPr rtlCol="0">
            <a:noAutofit/>
          </a:bodyPr>
          <a:lstStyle/>
          <a:p>
            <a:r>
              <a:rPr lang="da-DK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Iteration 2: </a:t>
            </a:r>
            <a:r>
              <a:rPr lang="da-DK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Earned</a:t>
            </a:r>
            <a:r>
              <a:rPr lang="da-DK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a-DK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value</a:t>
            </a:r>
            <a:r>
              <a:rPr lang="da-DK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(EV) og </a:t>
            </a:r>
            <a:r>
              <a:rPr lang="da-DK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burndown</a:t>
            </a:r>
            <a:r>
              <a:rPr lang="da-DK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a-DK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chart</a:t>
            </a:r>
            <a:br>
              <a:rPr lang="da-DK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da-DK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07082CD4-FA86-8DA4-677F-93CD4224F63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da-DK" smtClean="0"/>
              <a:pPr rtl="0"/>
              <a:t>9</a:t>
            </a:fld>
            <a:endParaRPr lang="da-DK" dirty="0"/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5E3261F3-9166-B94A-1B06-F455601E1878}"/>
              </a:ext>
            </a:extLst>
          </p:cNvPr>
          <p:cNvSpPr txBox="1"/>
          <p:nvPr/>
        </p:nvSpPr>
        <p:spPr>
          <a:xfrm>
            <a:off x="1187866" y="2236230"/>
            <a:ext cx="412362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2000" dirty="0"/>
              <a:t>Lav en burndown chart </a:t>
            </a:r>
            <a:endParaRPr lang="da-DK" sz="2000" dirty="0">
              <a:sym typeface="Wingdings" pitchFamily="2" charset="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a-DK" sz="2000" dirty="0">
                <a:sym typeface="Wingdings" pitchFamily="2" charset="2"/>
              </a:rPr>
              <a:t>Se eksempel fra forrige slide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a-DK" sz="2000" dirty="0">
                <a:sym typeface="Wingdings" pitchFamily="2" charset="2"/>
              </a:rPr>
              <a:t>(20 MIN)</a:t>
            </a:r>
            <a:endParaRPr lang="da-DK" sz="2000" dirty="0"/>
          </a:p>
          <a:p>
            <a:endParaRPr lang="da-DK" sz="2000" dirty="0"/>
          </a:p>
        </p:txBody>
      </p:sp>
    </p:spTree>
    <p:extLst>
      <p:ext uri="{BB962C8B-B14F-4D97-AF65-F5344CB8AC3E}">
        <p14:creationId xmlns:p14="http://schemas.microsoft.com/office/powerpoint/2010/main" val="13453636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0E0AC-BA4F-0220-B4AB-B7BA6A8B9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3882FE26-393A-AB6D-AD38-85244E1C0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da-DK" smtClean="0"/>
              <a:pPr rtl="0"/>
              <a:t>10</a:t>
            </a:fld>
            <a:endParaRPr lang="da-DK"/>
          </a:p>
        </p:txBody>
      </p:sp>
      <p:sp>
        <p:nvSpPr>
          <p:cNvPr id="7" name="Tekstfelt 6">
            <a:extLst>
              <a:ext uri="{FF2B5EF4-FFF2-40B4-BE49-F238E27FC236}">
                <a16:creationId xmlns:a16="http://schemas.microsoft.com/office/drawing/2014/main" id="{FE9DB7CE-0DCB-F5D9-39AE-7788D57BA162}"/>
              </a:ext>
            </a:extLst>
          </p:cNvPr>
          <p:cNvSpPr txBox="1"/>
          <p:nvPr/>
        </p:nvSpPr>
        <p:spPr>
          <a:xfrm>
            <a:off x="620345" y="1443841"/>
            <a:ext cx="930971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buFont typeface="Wingdings" pitchFamily="2" charset="2"/>
              <a:buChar char="ü"/>
            </a:pPr>
            <a:r>
              <a:rPr lang="da-DK" sz="2400" b="1" dirty="0"/>
              <a:t>Opsamling fra sidst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ü"/>
            </a:pPr>
            <a:r>
              <a:rPr lang="da-DK" sz="2400" b="1" dirty="0"/>
              <a:t>Modeller/teorier til SCRUM og/eller vandfald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ü"/>
            </a:pPr>
            <a:r>
              <a:rPr lang="da-DK" sz="2400" b="1" dirty="0"/>
              <a:t>Iteration 1: Burndown chart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ü"/>
            </a:pPr>
            <a:r>
              <a:rPr lang="da-DK" sz="2400" b="1" dirty="0"/>
              <a:t>Iteration 2: </a:t>
            </a:r>
            <a:r>
              <a:rPr lang="da-DK" sz="2400" b="1" dirty="0" err="1"/>
              <a:t>Earned</a:t>
            </a:r>
            <a:r>
              <a:rPr lang="da-DK" sz="2400" b="1" dirty="0"/>
              <a:t> value 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q"/>
            </a:pPr>
            <a:r>
              <a:rPr lang="da-DK" sz="2400" b="1" dirty="0"/>
              <a:t>Iteration 3: </a:t>
            </a:r>
            <a:r>
              <a:rPr lang="da-DK" sz="2400" b="1" dirty="0" err="1"/>
              <a:t>Kahoot</a:t>
            </a:r>
            <a:endParaRPr lang="da-DK" sz="2400" b="1" dirty="0"/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q"/>
            </a:pPr>
            <a:r>
              <a:rPr lang="da-DK" sz="2400" b="1" dirty="0"/>
              <a:t>Klyngevejledning 2</a:t>
            </a:r>
          </a:p>
          <a:p>
            <a:endParaRPr lang="da-DK" dirty="0"/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7001211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A145E-EEF2-62EA-ADC5-4D7CE2295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21411B-1CDE-A216-E4CE-9AB3FC059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7557" y="0"/>
            <a:ext cx="9056885" cy="1325563"/>
          </a:xfrm>
        </p:spPr>
        <p:txBody>
          <a:bodyPr rtlCol="0"/>
          <a:lstStyle/>
          <a:p>
            <a:r>
              <a:rPr lang="da-DK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Iteration 3: </a:t>
            </a:r>
            <a:r>
              <a:rPr lang="da-DK" sz="3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Kahoot</a:t>
            </a:r>
            <a:r>
              <a:rPr lang="da-DK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!!!</a:t>
            </a:r>
          </a:p>
        </p:txBody>
      </p:sp>
      <p:sp>
        <p:nvSpPr>
          <p:cNvPr id="11" name="Pladsholder til slidenummer 10">
            <a:extLst>
              <a:ext uri="{FF2B5EF4-FFF2-40B4-BE49-F238E27FC236}">
                <a16:creationId xmlns:a16="http://schemas.microsoft.com/office/drawing/2014/main" id="{C273859F-47AB-E86D-1135-CA9C3EB3C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da-DK" smtClean="0"/>
              <a:pPr rtl="0"/>
              <a:t>11</a:t>
            </a:fld>
            <a:endParaRPr lang="da-DK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82487B-7D87-F813-7352-2585E2DD48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5049" y="1662818"/>
            <a:ext cx="8390021" cy="2857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kstfelt 4">
            <a:extLst>
              <a:ext uri="{FF2B5EF4-FFF2-40B4-BE49-F238E27FC236}">
                <a16:creationId xmlns:a16="http://schemas.microsoft.com/office/drawing/2014/main" id="{9E51CD8F-7BF7-416C-54D9-1B17A2D59051}"/>
              </a:ext>
            </a:extLst>
          </p:cNvPr>
          <p:cNvSpPr txBox="1"/>
          <p:nvPr/>
        </p:nvSpPr>
        <p:spPr>
          <a:xfrm>
            <a:off x="3048785" y="4857924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dirty="0">
                <a:hlinkClick r:id="rId4"/>
              </a:rPr>
              <a:t>ITP - </a:t>
            </a:r>
            <a:r>
              <a:rPr lang="da-DK" dirty="0" err="1">
                <a:hlinkClick r:id="rId4"/>
              </a:rPr>
              <a:t>Details</a:t>
            </a:r>
            <a:r>
              <a:rPr lang="da-DK" dirty="0">
                <a:hlinkClick r:id="rId4"/>
              </a:rPr>
              <a:t> - </a:t>
            </a:r>
            <a:r>
              <a:rPr lang="da-DK" dirty="0" err="1">
                <a:hlinkClick r:id="rId4"/>
              </a:rPr>
              <a:t>Kahoot</a:t>
            </a:r>
            <a:r>
              <a:rPr lang="da-DK" dirty="0">
                <a:hlinkClick r:id="rId4"/>
              </a:rPr>
              <a:t>!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7549747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7D5FC-E186-F8E6-9612-A61B56FA7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D1552217-500F-4CCB-75D2-87E9A982D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da-DK" smtClean="0"/>
              <a:pPr rtl="0"/>
              <a:t>12</a:t>
            </a:fld>
            <a:endParaRPr lang="da-DK"/>
          </a:p>
        </p:txBody>
      </p:sp>
      <p:sp>
        <p:nvSpPr>
          <p:cNvPr id="7" name="Tekstfelt 6">
            <a:extLst>
              <a:ext uri="{FF2B5EF4-FFF2-40B4-BE49-F238E27FC236}">
                <a16:creationId xmlns:a16="http://schemas.microsoft.com/office/drawing/2014/main" id="{283AFB6A-41E1-8596-2099-6A555015FCC2}"/>
              </a:ext>
            </a:extLst>
          </p:cNvPr>
          <p:cNvSpPr txBox="1"/>
          <p:nvPr/>
        </p:nvSpPr>
        <p:spPr>
          <a:xfrm>
            <a:off x="544145" y="1313213"/>
            <a:ext cx="930971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da-DK" sz="2400" b="1" dirty="0"/>
              <a:t>Opsamling fra sidst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da-DK" sz="2400" b="1" dirty="0"/>
              <a:t>Modeller/teorier til SCRUM og/eller vandfald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da-DK" sz="2400" b="1" dirty="0"/>
              <a:t>Iteration 1: Burndown chart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da-DK" sz="2400" b="1" dirty="0"/>
              <a:t>Iteration 2: </a:t>
            </a:r>
            <a:r>
              <a:rPr lang="da-DK" sz="2400" b="1" dirty="0" err="1"/>
              <a:t>Earned</a:t>
            </a:r>
            <a:r>
              <a:rPr lang="da-DK" sz="2400" b="1" dirty="0"/>
              <a:t> value 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da-DK" sz="2400" b="1" dirty="0"/>
              <a:t>Iteration 3: </a:t>
            </a:r>
            <a:r>
              <a:rPr lang="da-DK" sz="2400" b="1" dirty="0" err="1"/>
              <a:t>Kahoot</a:t>
            </a:r>
            <a:endParaRPr lang="da-DK" sz="2400" b="1" dirty="0"/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q"/>
            </a:pPr>
            <a:r>
              <a:rPr lang="da-DK" sz="2400" b="1" dirty="0"/>
              <a:t>Klyngevejledning 2</a:t>
            </a:r>
          </a:p>
          <a:p>
            <a:endParaRPr lang="da-DK" dirty="0"/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4848991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A3438-EFD2-10F0-D416-0476101CD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A89C1C-84BD-BC8D-D02D-8AA6B1D24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121" y="369827"/>
            <a:ext cx="9435756" cy="846301"/>
          </a:xfrm>
        </p:spPr>
        <p:txBody>
          <a:bodyPr rtlCol="0">
            <a:noAutofit/>
          </a:bodyPr>
          <a:lstStyle/>
          <a:p>
            <a:r>
              <a:rPr lang="da-DK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Afrunding – Klyngevejledning nr. 2 </a:t>
            </a:r>
            <a:br>
              <a:rPr lang="da-DK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da-DK" sz="3200" b="1" u="sng" dirty="0">
              <a:solidFill>
                <a:schemeClr val="tx1"/>
              </a:solidFill>
            </a:endParaRP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AC303E0F-C490-DCD2-0417-137B8522A6A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da-DK" smtClean="0"/>
              <a:pPr rtl="0"/>
              <a:t>13</a:t>
            </a:fld>
            <a:endParaRPr lang="da-DK" dirty="0"/>
          </a:p>
        </p:txBody>
      </p:sp>
      <p:sp>
        <p:nvSpPr>
          <p:cNvPr id="7" name="Tekstfelt 6">
            <a:extLst>
              <a:ext uri="{FF2B5EF4-FFF2-40B4-BE49-F238E27FC236}">
                <a16:creationId xmlns:a16="http://schemas.microsoft.com/office/drawing/2014/main" id="{5B1BF1CD-AEFC-C77F-B332-F55507523BCF}"/>
              </a:ext>
            </a:extLst>
          </p:cNvPr>
          <p:cNvSpPr txBox="1"/>
          <p:nvPr/>
        </p:nvSpPr>
        <p:spPr>
          <a:xfrm>
            <a:off x="2109536" y="1423788"/>
            <a:ext cx="7972926" cy="5119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da-DK" u="sng" dirty="0">
                <a:solidFill>
                  <a:srgbClr val="342F2B"/>
                </a:solidFill>
                <a:latin typeface="Arial" pitchFamily="34" charset="0"/>
                <a:cs typeface="Arial" pitchFamily="34" charset="0"/>
              </a:rPr>
              <a:t>Klyngevejledning 2: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da-DK" dirty="0">
                <a:solidFill>
                  <a:srgbClr val="342F2B"/>
                </a:solidFill>
                <a:latin typeface="Arial" pitchFamily="34" charset="0"/>
                <a:cs typeface="Arial" pitchFamily="34" charset="0"/>
              </a:rPr>
              <a:t>Aflever inden fredag d. 10. </a:t>
            </a:r>
            <a:r>
              <a:rPr lang="da-DK" dirty="0" err="1">
                <a:solidFill>
                  <a:srgbClr val="342F2B"/>
                </a:solidFill>
                <a:latin typeface="Arial" pitchFamily="34" charset="0"/>
                <a:cs typeface="Arial" pitchFamily="34" charset="0"/>
              </a:rPr>
              <a:t>kl</a:t>
            </a:r>
            <a:r>
              <a:rPr lang="da-DK" dirty="0">
                <a:solidFill>
                  <a:srgbClr val="342F2B"/>
                </a:solidFill>
                <a:latin typeface="Arial" pitchFamily="34" charset="0"/>
                <a:cs typeface="Arial" pitchFamily="34" charset="0"/>
              </a:rPr>
              <a:t>: 22:00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da-DK" dirty="0">
                <a:solidFill>
                  <a:srgbClr val="342F2B"/>
                </a:solidFill>
                <a:latin typeface="Arial" pitchFamily="34" charset="0"/>
                <a:cs typeface="Arial" pitchFamily="34" charset="0"/>
              </a:rPr>
              <a:t>Klyngevejledning d. 14. april.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endParaRPr lang="da-DK" dirty="0">
              <a:solidFill>
                <a:srgbClr val="342F2B"/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da-DK" u="sng" dirty="0">
                <a:solidFill>
                  <a:srgbClr val="342F2B"/>
                </a:solidFill>
                <a:latin typeface="Arial" pitchFamily="34" charset="0"/>
                <a:cs typeface="Arial" pitchFamily="34" charset="0"/>
              </a:rPr>
              <a:t>Det i skal aflevere</a:t>
            </a:r>
            <a:r>
              <a:rPr lang="da-DK" dirty="0">
                <a:solidFill>
                  <a:srgbClr val="342F2B"/>
                </a:solidFill>
                <a:latin typeface="Arial" pitchFamily="34" charset="0"/>
                <a:cs typeface="Arial" pitchFamily="34" charset="0"/>
              </a:rPr>
              <a:t>: alt det i har lavet indtil nu. </a:t>
            </a:r>
          </a:p>
          <a:p>
            <a:pPr marL="285750" indent="-285750">
              <a:lnSpc>
                <a:spcPct val="150000"/>
              </a:lnSpc>
              <a:spcAft>
                <a:spcPts val="1200"/>
              </a:spcAft>
              <a:buFontTx/>
              <a:buChar char="-"/>
            </a:pPr>
            <a:r>
              <a:rPr lang="da-DK" dirty="0">
                <a:solidFill>
                  <a:srgbClr val="342F2B"/>
                </a:solidFill>
                <a:latin typeface="Arial" pitchFamily="34" charset="0"/>
                <a:cs typeface="Arial" pitchFamily="34" charset="0"/>
              </a:rPr>
              <a:t>HUSK AT LAV EN PPNT/PRÆSENTATION til klyngevejledningen. 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da-DK" dirty="0">
                <a:solidFill>
                  <a:srgbClr val="342F2B"/>
                </a:solidFill>
                <a:latin typeface="Arial" pitchFamily="34" charset="0"/>
                <a:cs typeface="Arial" pitchFamily="34" charset="0"/>
              </a:rPr>
              <a:t>Hvis i har nogle modeller/teorier som i ikke nåede at præsentere til sidste klyngevejledning, hvor i skulle præsentere det i havde lavet til afsnit 1 og 2, så kan i godt inddrage dem. MEN! I har ikke særlig lang tid til at præsentere så </a:t>
            </a:r>
            <a:r>
              <a:rPr lang="da-DK" b="1" u="sng" dirty="0">
                <a:solidFill>
                  <a:srgbClr val="342F2B"/>
                </a:solidFill>
                <a:latin typeface="Arial" pitchFamily="34" charset="0"/>
                <a:cs typeface="Arial" pitchFamily="34" charset="0"/>
              </a:rPr>
              <a:t>fokuser primært på afsnit 3.</a:t>
            </a:r>
          </a:p>
        </p:txBody>
      </p:sp>
    </p:spTree>
    <p:extLst>
      <p:ext uri="{BB962C8B-B14F-4D97-AF65-F5344CB8AC3E}">
        <p14:creationId xmlns:p14="http://schemas.microsoft.com/office/powerpoint/2010/main" val="22350572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E40EE-D983-B3B5-C0D3-F40CA8D12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39515695-4036-A397-8087-8C6B2CE2A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da-DK" smtClean="0"/>
              <a:pPr rtl="0"/>
              <a:t>14</a:t>
            </a:fld>
            <a:endParaRPr lang="da-DK"/>
          </a:p>
        </p:txBody>
      </p:sp>
      <p:sp>
        <p:nvSpPr>
          <p:cNvPr id="7" name="Tekstfelt 6">
            <a:extLst>
              <a:ext uri="{FF2B5EF4-FFF2-40B4-BE49-F238E27FC236}">
                <a16:creationId xmlns:a16="http://schemas.microsoft.com/office/drawing/2014/main" id="{F1A30A8F-E300-8D03-7AE2-540B980D0378}"/>
              </a:ext>
            </a:extLst>
          </p:cNvPr>
          <p:cNvSpPr txBox="1"/>
          <p:nvPr/>
        </p:nvSpPr>
        <p:spPr>
          <a:xfrm>
            <a:off x="620345" y="1443841"/>
            <a:ext cx="930971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da-DK" sz="2400" b="1" dirty="0"/>
              <a:t>Opsamling fra sidst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da-DK" sz="2400" b="1" dirty="0"/>
              <a:t>Modeller/teorier til SCRUM og/eller vandfald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da-DK" sz="2400" b="1" dirty="0"/>
              <a:t>Iteration 1: Burndown chart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da-DK" sz="2400" b="1" dirty="0"/>
              <a:t>Iteration 2: </a:t>
            </a:r>
            <a:r>
              <a:rPr lang="da-DK" sz="2400" b="1" dirty="0" err="1"/>
              <a:t>Earned</a:t>
            </a:r>
            <a:r>
              <a:rPr lang="da-DK" sz="2400" b="1" dirty="0"/>
              <a:t> value 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da-DK" sz="2400" b="1" dirty="0"/>
              <a:t>Iteration 3: </a:t>
            </a:r>
            <a:r>
              <a:rPr lang="da-DK" sz="2400" b="1" dirty="0" err="1"/>
              <a:t>Kahoot</a:t>
            </a:r>
            <a:endParaRPr lang="da-DK" sz="2400" b="1" dirty="0"/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da-DK" sz="2400" b="1" dirty="0"/>
              <a:t>Klyngevejledning 2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2842134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F7F64478-0F02-1604-B5BA-77B1E6A39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da-DK" noProof="0" smtClean="0"/>
              <a:t>15</a:t>
            </a:fld>
            <a:endParaRPr lang="da-DK" noProof="0"/>
          </a:p>
        </p:txBody>
      </p:sp>
      <p:pic>
        <p:nvPicPr>
          <p:cNvPr id="8" name="Grafik 7" descr="Hjælp med massiv udfyldning">
            <a:extLst>
              <a:ext uri="{FF2B5EF4-FFF2-40B4-BE49-F238E27FC236}">
                <a16:creationId xmlns:a16="http://schemas.microsoft.com/office/drawing/2014/main" id="{6CC47A3C-648A-46FD-C330-D95C0DDAA0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34813" y="806570"/>
            <a:ext cx="4790536" cy="4790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5307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CA8A456D-7F90-2314-D2D0-B10A46074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da-DK" noProof="0" smtClean="0"/>
              <a:t>16</a:t>
            </a:fld>
            <a:endParaRPr lang="da-DK" noProof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82579DDE-B76C-CFD5-ACAD-9C0C06801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642" y="341888"/>
            <a:ext cx="11050437" cy="846301"/>
          </a:xfrm>
        </p:spPr>
        <p:txBody>
          <a:bodyPr rtlCol="0">
            <a:normAutofit/>
          </a:bodyPr>
          <a:lstStyle/>
          <a:p>
            <a:r>
              <a:rPr lang="da-DK" sz="4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Afrunding/hjælp til klynge</a:t>
            </a:r>
            <a:endParaRPr lang="da-DK" sz="4800" b="1" u="sng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7907097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je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3329032_TF56180624_Win32" id="{E6920D08-9A27-4EA1-9D34-C9D4B3F01C7F}" vid="{C4E33720-451F-408A-9C33-BB0CF3401C4B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F97B18F-50BC-4F30-8373-93489E845F8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64CF2EF3-001F-4BE9-81B3-86ECBBF942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2BC90D6-94CF-42F7-AAC4-9CF6824C54D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Kortfattet let salgspræsentation</Template>
  <TotalTime>1955</TotalTime>
  <Words>456</Words>
  <Application>Microsoft Macintosh PowerPoint</Application>
  <PresentationFormat>Widescreen</PresentationFormat>
  <Paragraphs>114</Paragraphs>
  <Slides>16</Slides>
  <Notes>13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16</vt:i4>
      </vt:variant>
    </vt:vector>
  </HeadingPairs>
  <TitlesOfParts>
    <vt:vector size="21" baseType="lpstr">
      <vt:lpstr>Arial</vt:lpstr>
      <vt:lpstr>Calibri</vt:lpstr>
      <vt:lpstr>Tenorite</vt:lpstr>
      <vt:lpstr>Wingdings</vt:lpstr>
      <vt:lpstr>Monolinje</vt:lpstr>
      <vt:lpstr>IT-projektledelse Exercise: 5</vt:lpstr>
      <vt:lpstr>PowerPoint-præsentation</vt:lpstr>
      <vt:lpstr>PowerPoint-præsentation</vt:lpstr>
      <vt:lpstr>Modeller/teorier til Scrum og/eller vandfald</vt:lpstr>
      <vt:lpstr>PowerPoint-præsentation</vt:lpstr>
      <vt:lpstr>Iteration 1: Earned value (EV) - Vandfaldsmodellen</vt:lpstr>
      <vt:lpstr>Iteration 1: Earned value (EV)</vt:lpstr>
      <vt:lpstr>Iteration 2: Burndown Chart – SCRUM</vt:lpstr>
      <vt:lpstr>Iteration 2: Earned value (EV) og burndown chart </vt:lpstr>
      <vt:lpstr>PowerPoint-præsentation</vt:lpstr>
      <vt:lpstr>Iteration 3: Kahoot!!!</vt:lpstr>
      <vt:lpstr>PowerPoint-præsentation</vt:lpstr>
      <vt:lpstr>Afrunding – Klyngevejledning nr. 2  </vt:lpstr>
      <vt:lpstr>PowerPoint-præsentation</vt:lpstr>
      <vt:lpstr>PowerPoint-præsentation</vt:lpstr>
      <vt:lpstr>Afrunding/hjælp til klynge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IT-projektledelse Exercise: 2</dc:title>
  <dc:creator>jacob ragn-hansen</dc:creator>
  <cp:lastModifiedBy>Olivia Olivarius Vølund</cp:lastModifiedBy>
  <cp:revision>7</cp:revision>
  <dcterms:created xsi:type="dcterms:W3CDTF">2024-02-10T11:14:19Z</dcterms:created>
  <dcterms:modified xsi:type="dcterms:W3CDTF">2026-04-08T17:35:56Z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